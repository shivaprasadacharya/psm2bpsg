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47750"/>
            <a:ext cx="8115300" cy="3325586"/>
          </a:xfrm>
        </p:spPr>
        <p:txBody>
          <a:bodyPr/>
          <a:lstStyle/>
          <a:p>
            <a:r>
              <a:rPr lang="en-US" dirty="0"/>
              <a:t>Seoul 50+policy of south </a:t>
            </a:r>
            <a:r>
              <a:rPr lang="en-US" dirty="0" err="1"/>
              <a:t>korea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10800000" flipV="1">
            <a:off x="-2672446" y="4068537"/>
            <a:ext cx="11244945" cy="1496784"/>
          </a:xfrm>
        </p:spPr>
        <p:txBody>
          <a:bodyPr/>
          <a:lstStyle/>
          <a:p>
            <a:pPr marL="0" indent="0" algn="r">
              <a:buNone/>
            </a:pPr>
            <a:r>
              <a:rPr lang="en-US" dirty="0"/>
              <a:t>Presented by: </a:t>
            </a:r>
            <a:r>
              <a:rPr lang="en-US" dirty="0" err="1"/>
              <a:t>Puspa</a:t>
            </a:r>
            <a:r>
              <a:rPr lang="en-US" dirty="0"/>
              <a:t> </a:t>
            </a:r>
            <a:r>
              <a:rPr lang="en-US" dirty="0" err="1"/>
              <a:t>upadhayay</a:t>
            </a:r>
            <a:endParaRPr lang="en-US" dirty="0"/>
          </a:p>
          <a:p>
            <a:pPr marL="0" indent="0" algn="r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Seoul 50+policy of south korea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Seoul 50+policy of south korea</dc:title>
  <dc:subject/>
  <dc:creator/>
  <cp:keywords/>
  <dc:description>generated using python-pptx</dc:description>
  <cp:lastModifiedBy>upadhayapuspa1@gmail.com</cp:lastModifiedBy>
  <cp:revision>4</cp:revision>
  <dcterms:created xsi:type="dcterms:W3CDTF">2013-01-27T09:14:16Z</dcterms:created>
  <dcterms:modified xsi:type="dcterms:W3CDTF">2025-12-17T00:48:32Z</dcterms:modified>
  <cp:category/>
</cp:coreProperties>
</file>