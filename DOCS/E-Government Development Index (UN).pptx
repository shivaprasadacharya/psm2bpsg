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uchi Pandey" userId="a440a832a96ff54d" providerId="LiveId" clId="{0E4A7C13-8BE4-4C7D-8E4C-28419A59D660}"/>
    <pc:docChg chg="modSld">
      <pc:chgData name="Suruchi Pandey" userId="a440a832a96ff54d" providerId="LiveId" clId="{0E4A7C13-8BE4-4C7D-8E4C-28419A59D660}" dt="2025-12-14T14:53:32.685" v="5" actId="20577"/>
      <pc:docMkLst>
        <pc:docMk/>
      </pc:docMkLst>
      <pc:sldChg chg="modSp mod">
        <pc:chgData name="Suruchi Pandey" userId="a440a832a96ff54d" providerId="LiveId" clId="{0E4A7C13-8BE4-4C7D-8E4C-28419A59D660}" dt="2025-12-14T14:53:32.685" v="5" actId="20577"/>
        <pc:sldMkLst>
          <pc:docMk/>
          <pc:sldMk cId="1852656303" sldId="257"/>
        </pc:sldMkLst>
        <pc:spChg chg="mod">
          <ac:chgData name="Suruchi Pandey" userId="a440a832a96ff54d" providerId="LiveId" clId="{0E4A7C13-8BE4-4C7D-8E4C-28419A59D660}" dt="2025-12-14T14:53:32.685" v="5" actId="20577"/>
          <ac:spMkLst>
            <pc:docMk/>
            <pc:sldMk cId="1852656303" sldId="257"/>
            <ac:spMk id="4" creationId="{E7731101-9F85-1F6C-4C5F-D39812848E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2173-2A6B-E95B-25B7-9E1D75735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A2466-24B9-3CE4-A39B-AF95A51BE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3C7C0-2A49-0FFD-CFD1-796433E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B9E0-849F-4E2F-D560-FCC872EF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E3758-BEAC-E9B9-0836-039D684C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10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FC76-CA85-66FC-68ED-6E053220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42E7-12F2-5E40-4D40-8EECC12E0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6336-FE12-5759-9A56-B4DD30E5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933B3-3923-47B7-2056-03A7B59E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C8C3F-EC21-BFD5-4F9C-53C65AFB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1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B440-D70A-027B-B122-D96C6374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7A8EF-3E43-DA6C-AB90-9F04CAEAA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6EBEA-4A36-2E80-31B3-CC5B19A3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3DB0-917E-6EE3-387D-D7ACA090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8BCD9-663F-398A-E42B-C479BEE1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6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B7D8-26CE-8DD4-30CF-F88579E9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9F78-BC6C-BC64-BD1A-D55C4C5FC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9065B-4322-9AB0-D6A2-5CD61692B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4D02E-0EA3-BF3A-F527-3F0CA7443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4C771-0AF0-1A8C-91A9-58415212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88682-6598-5138-A84E-BB63DF6E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6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7382-79C1-17BC-3A5E-F2B574CD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AC354-B35E-AE7C-368D-4A449D822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9F687-23CA-763A-56D2-83B9ADDDD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15AFE-489E-F14D-8AFA-31A2B41B4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4E2D4-BE67-0AB3-66B6-DA681419C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4290D-E260-7603-BFC5-2074CB5B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9F37E-03C9-D37B-7A69-853DB6A3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92B07-D1F6-F5AE-2186-C16519B6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ED58-69F9-EC7E-D242-DB63920C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7F225-B2A7-F872-EDF2-0B9C0B89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597E5-D5A3-9405-CF7E-58C71A931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0D919-4964-556C-6840-690A14EE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0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53859-E751-0186-CE24-E4CD3C29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84B4D-F6B6-6012-C0CE-A92DE70E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DD250-CF7B-544E-1757-88FE089D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B99E-78CC-3B7E-055B-A95BCB84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2B93C-9622-6860-DC7F-AAAE60CBE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7A9B2-45A1-08BD-6387-1E0D5B267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98198-3949-1165-D014-18F4C4CD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2609E-7A78-393C-C27C-B52D5C5F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A1552-91FA-2D16-A402-61D7005E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6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4C88-F21B-ECF6-2D1B-AB6A6F51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5D15F-1B1D-E60B-30FA-EB55AE9C5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3EB5A-2C65-224D-25FE-68D8B0AE9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771F9-B979-1BA6-916E-E1C2B4A1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B548A-3574-53D2-00D4-018933A8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59B0E-934F-583A-DF13-4F2DBDFE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6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5F98-5190-BAAC-49F9-B3313CD3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A6031-5635-62F3-EB72-66620467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DE5CF-F63D-4616-5FDE-9CE28AD0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B1C8C-6965-F715-ECB4-B67C32F10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2435-524E-DFBF-44ED-B367CC86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B6048-6B13-549E-414C-056281F5A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DE652-C8DD-161B-ECDA-08D64EAB4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8A57E-A1C5-B27C-4BA9-78C21FBB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B5402-7DD5-2C28-3BB2-D1B8F2F8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5CC6-5349-FDC8-215D-D044712E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7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D0B33-1CB4-654D-19D4-8D77016D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9932B-1DDB-EFEA-D503-E366EB69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DF2D-665B-5FE8-B9E5-52CB579BD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33375-0DE1-46D3-9DE5-5649E2DA7C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4D753-C4EE-2CC3-4FDA-4DF223D55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9606-228D-C6F3-86CC-8A9FF6DF7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E3040-5257-4F40-99FD-A5C2C54C8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6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9597-F981-FFE9-8C58-323991735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899" y="499621"/>
            <a:ext cx="9367101" cy="1809946"/>
          </a:xfrm>
        </p:spPr>
        <p:txBody>
          <a:bodyPr>
            <a:normAutofit/>
          </a:bodyPr>
          <a:lstStyle/>
          <a:p>
            <a:r>
              <a:rPr lang="en-US" sz="3200" dirty="0"/>
              <a:t>E-Government Development Index (UN)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1F692-2098-1461-35CF-B5D0A9137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3838" y="4777946"/>
            <a:ext cx="3954162" cy="479854"/>
          </a:xfrm>
        </p:spPr>
        <p:txBody>
          <a:bodyPr/>
          <a:lstStyle/>
          <a:p>
            <a:r>
              <a:rPr lang="en-US" dirty="0"/>
              <a:t>Submitted By: Suruchi Pandey </a:t>
            </a:r>
          </a:p>
        </p:txBody>
      </p:sp>
    </p:spTree>
    <p:extLst>
      <p:ext uri="{BB962C8B-B14F-4D97-AF65-F5344CB8AC3E}">
        <p14:creationId xmlns:p14="http://schemas.microsoft.com/office/powerpoint/2010/main" val="399983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72DD-FA2B-8BEE-E30B-B15A92E7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731101-9F85-1F6C-4C5F-D39812848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889" y="1843808"/>
            <a:ext cx="10759911" cy="297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E-Government Development Index (EGDI) is prepared by the United Nations (UN).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measures how well a country uses Information and Communication Technology (ICT) in Public services.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EGDI shows 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altLang="en-US" sz="1600">
                <a:latin typeface="Arial" panose="020B0604020202020204" pitchFamily="34" charset="0"/>
              </a:rPr>
              <a:t>D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igital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capacity and readiness of governments.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published in the UN E-Government Survey every two years.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index helps compare e-government development among countries.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EGDI promotes efficient, transparent, and citizen-friendly governance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265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7416-B27B-6229-1F1A-C7E8ADED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8ED8-3542-8400-6236-F517C972A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assess the level of e-government development in different countries.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promote efficient and effective public service delivery through ICT.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enhance transparency, accountability, and good governance.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support citizen participation in government activities.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encourage digital inclusion and equal access to public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guide governments in policy-making and administrative reforms.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7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13638-4CBF-1882-3F32-540FB536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/>
          <a:lstStyle/>
          <a:p>
            <a:r>
              <a:rPr lang="en-US" dirty="0"/>
              <a:t>COMPONENTS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F33698-53A8-8A59-1B41-E1ABE6836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7311"/>
            <a:ext cx="9010799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Service Index (OSI)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the availability and quality of government online services.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e-services for citizens, businesses, and government interactions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Telecommunication Infrastructure Index (TII)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ICT infrastructure of a country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internet users, mobile subscriptions, broadband access, and telephone lines.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Capital Index (HCI)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education level and digital skills of the population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indicators like literacy rate, school enrollment, and ICT skills.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55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D123-A806-248D-D59C-57F166BB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865542-23BB-055F-CB55-A5839A826C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9240" y="1894682"/>
            <a:ext cx="958944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Comparison: Helps compare e-government development among countries.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Guidance: Assists governments in designing ICT and digital governance policies.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Service Delivery: Encourages efficient, faster, and citizen-friendly public services.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Transparency: Enhances accountability and reduces corruption.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Digital Inclusion: Supports access to digital services for all citizens.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Monitors Progress: Tracks the country’s progress in digital governance over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61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E940-1F14-38A7-EA9B-D2205CCB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21E36-7149-D0F3-2AE2-DD52DCA38A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9414"/>
            <a:ext cx="8365047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EGDI measures a country’s digital governance readiness.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highlights the strengths and gaps in e-government services.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governments improve public service delivery using ICT.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transparency, efficiency, and citizen participation.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higher EGDI indicates better digital governance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444010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BACF-BB16-9119-1DE3-3407896D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306" y="2366128"/>
            <a:ext cx="3949831" cy="241326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013688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356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E-Government Development Index (UN)</vt:lpstr>
      <vt:lpstr>INTRODUCTION </vt:lpstr>
      <vt:lpstr>OBJECTIVE </vt:lpstr>
      <vt:lpstr>COMPONENTS </vt:lpstr>
      <vt:lpstr>IMPORTANCE 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Suruchi Pandey</dc:creator>
  <cp:lastModifiedBy>Suruchi Pandey</cp:lastModifiedBy>
  <cp:revision>1</cp:revision>
  <dcterms:created xsi:type="dcterms:W3CDTF">2025-12-14T14:47:42Z</dcterms:created>
  <dcterms:modified xsi:type="dcterms:W3CDTF">2025-12-14T14:53:44Z</dcterms:modified>
</cp:coreProperties>
</file>