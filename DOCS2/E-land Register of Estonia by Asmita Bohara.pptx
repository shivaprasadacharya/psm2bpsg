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96" r:id="rId13"/>
    <p:sldId id="265" r:id="rId14"/>
    <p:sldId id="269" r:id="rId15"/>
    <p:sldId id="276" r:id="rId16"/>
    <p:sldId id="277" r:id="rId17"/>
  </p:sldIdLst>
  <p:sldSz cx="9144000" cy="5143500"/>
  <p:notesSz cx="6858000" cy="9144000"/>
  <p:embeddedFontLst>
    <p:embeddedFont>
      <p:font typeface="Bodoni Moda"/>
      <p:regular r:id="rId21"/>
    </p:embeddedFont>
    <p:embeddedFont>
      <p:font typeface="Nunito Medium"/>
      <p:regular r:id="rId22"/>
    </p:embeddedFont>
    <p:embeddedFont>
      <p:font typeface="Bebas Neue" panose="020B0606020202050201"/>
      <p:regular r:id="rId23"/>
    </p:embeddedFont>
    <p:embeddedFont>
      <p:font typeface="Harrington" panose="04040505050A02020702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ff18b49f31_1_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ff18b49f31_1_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3376c31365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3376c31365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125d80b419_0_2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125d80b419_0_2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10860aa576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10860aa576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125d80b419_0_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125d80b419_0_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12f97afb56_1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12f97afb56_1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12f97afb56_1_1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12f97afb56_1_1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12f97afb56_1_3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12f97afb56_1_3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12f97afb56_1_2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12f97afb56_1_2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12f97afb56_1_75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12f97afb56_1_7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538238d816_0_3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2538238d816_0_3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2538238d816_0_3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2538238d816_0_3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3783251" y="0"/>
            <a:ext cx="5360750" cy="301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1730850" y="1500800"/>
            <a:ext cx="5682300" cy="166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1730850" y="3233200"/>
            <a:ext cx="56823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 rot="10800000">
            <a:off x="-2" y="2684499"/>
            <a:ext cx="4371552" cy="245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 rot="5400000">
            <a:off x="7726950" y="3399402"/>
            <a:ext cx="2783100" cy="11292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/>
          <a:srcRect l="3038" t="3494" r="35825" b="4058"/>
          <a:stretch>
            <a:fillRect/>
          </a:stretch>
        </p:blipFill>
        <p:spPr>
          <a:xfrm>
            <a:off x="7630650" y="-263725"/>
            <a:ext cx="1782125" cy="151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1574550" y="2557638"/>
            <a:ext cx="59949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7" name="Google Shape;17;p3"/>
          <p:cNvSpPr txBox="1"/>
          <p:nvPr>
            <p:ph type="title" idx="2" hasCustomPrompt="1"/>
          </p:nvPr>
        </p:nvSpPr>
        <p:spPr>
          <a:xfrm>
            <a:off x="3945050" y="1431950"/>
            <a:ext cx="1254000" cy="110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 sz="61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4619600" y="0"/>
            <a:ext cx="4524398" cy="2544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 rot="10800000">
            <a:off x="-2" y="2684499"/>
            <a:ext cx="4371552" cy="245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 rotWithShape="1">
          <a:blip r:embed="rId3"/>
          <a:srcRect l="3038" t="3494" r="35825" b="4058"/>
          <a:stretch>
            <a:fillRect/>
          </a:stretch>
        </p:blipFill>
        <p:spPr>
          <a:xfrm>
            <a:off x="8051675" y="-113750"/>
            <a:ext cx="1782125" cy="151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3">
            <a:alphaModFix amt="60000"/>
          </a:blip>
          <a:srcRect l="3038" t="3494" r="35825" b="4058"/>
          <a:stretch>
            <a:fillRect/>
          </a:stretch>
        </p:blipFill>
        <p:spPr>
          <a:xfrm rot="-8100000">
            <a:off x="7116898" y="-363301"/>
            <a:ext cx="1782126" cy="151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/>
          <a:srcRect l="3038" t="3494" r="35825" b="4058"/>
          <a:stretch>
            <a:fillRect/>
          </a:stretch>
        </p:blipFill>
        <p:spPr>
          <a:xfrm>
            <a:off x="-333725" y="3904375"/>
            <a:ext cx="1782125" cy="151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body" idx="1"/>
          </p:nvPr>
        </p:nvSpPr>
        <p:spPr>
          <a:xfrm>
            <a:off x="720000" y="1152475"/>
            <a:ext cx="7704000" cy="4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✧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✧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✧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✧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✧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✧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✧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✧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✧"/>
              <a:defRPr/>
            </a:lvl9pPr>
          </a:lstStyle>
          <a:p/>
        </p:txBody>
      </p:sp>
      <p:pic>
        <p:nvPicPr>
          <p:cNvPr id="26" name="Google Shape;26;p4"/>
          <p:cNvPicPr preferRelativeResize="0"/>
          <p:nvPr/>
        </p:nvPicPr>
        <p:blipFill rotWithShape="1">
          <a:blip r:embed="rId2">
            <a:alphaModFix amt="60000"/>
          </a:blip>
          <a:srcRect l="3038" t="3494" r="35825" b="4058"/>
          <a:stretch>
            <a:fillRect/>
          </a:stretch>
        </p:blipFill>
        <p:spPr>
          <a:xfrm rot="-8100000">
            <a:off x="7116898" y="-363301"/>
            <a:ext cx="1782126" cy="151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928850" y="0"/>
            <a:ext cx="3215150" cy="180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/>
          <p:cNvPicPr preferRelativeResize="0"/>
          <p:nvPr/>
        </p:nvPicPr>
        <p:blipFill rotWithShape="1">
          <a:blip r:embed="rId2">
            <a:alphaModFix amt="27000"/>
          </a:blip>
          <a:srcRect l="3038" t="3494" r="35825" b="4058"/>
          <a:stretch>
            <a:fillRect/>
          </a:stretch>
        </p:blipFill>
        <p:spPr>
          <a:xfrm>
            <a:off x="8051675" y="-113750"/>
            <a:ext cx="1782125" cy="151592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-418825" y="3943025"/>
            <a:ext cx="843000" cy="843000"/>
          </a:xfrm>
          <a:prstGeom prst="star24">
            <a:avLst>
              <a:gd name="adj" fmla="val 1265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4619600" y="0"/>
            <a:ext cx="4524398" cy="254497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 txBox="1"/>
          <p:nvPr>
            <p:ph type="subTitle" idx="1"/>
          </p:nvPr>
        </p:nvSpPr>
        <p:spPr>
          <a:xfrm>
            <a:off x="1241000" y="1861275"/>
            <a:ext cx="2772600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type="subTitle" idx="2"/>
          </p:nvPr>
        </p:nvSpPr>
        <p:spPr>
          <a:xfrm>
            <a:off x="5130400" y="1861275"/>
            <a:ext cx="2772600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type="subTitle" idx="3"/>
          </p:nvPr>
        </p:nvSpPr>
        <p:spPr>
          <a:xfrm>
            <a:off x="1241000" y="2426075"/>
            <a:ext cx="2772600" cy="153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type="subTitle" idx="4"/>
          </p:nvPr>
        </p:nvSpPr>
        <p:spPr>
          <a:xfrm>
            <a:off x="5130400" y="2426075"/>
            <a:ext cx="2772600" cy="153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37" name="Google Shape;37;p5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flipH="1">
            <a:off x="-1" y="-6847"/>
            <a:ext cx="3219950" cy="181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 preferRelativeResize="0"/>
          <p:nvPr/>
        </p:nvPicPr>
        <p:blipFill rotWithShape="1">
          <a:blip r:embed="rId3"/>
          <a:srcRect l="3038" t="3494" r="35825" b="4058"/>
          <a:stretch>
            <a:fillRect/>
          </a:stretch>
        </p:blipFill>
        <p:spPr>
          <a:xfrm>
            <a:off x="7630650" y="-263725"/>
            <a:ext cx="1782125" cy="151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41" name="Google Shape;41;p6"/>
          <p:cNvPicPr preferRelativeResize="0"/>
          <p:nvPr/>
        </p:nvPicPr>
        <p:blipFill rotWithShape="1">
          <a:blip r:embed="rId2">
            <a:alphaModFix amt="60000"/>
          </a:blip>
          <a:srcRect l="3038" t="3494" r="35825" b="4058"/>
          <a:stretch>
            <a:fillRect/>
          </a:stretch>
        </p:blipFill>
        <p:spPr>
          <a:xfrm rot="-8100000">
            <a:off x="7116898" y="-363301"/>
            <a:ext cx="1782126" cy="151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6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928850" y="0"/>
            <a:ext cx="3215150" cy="180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6"/>
          <p:cNvPicPr preferRelativeResize="0"/>
          <p:nvPr/>
        </p:nvPicPr>
        <p:blipFill rotWithShape="1">
          <a:blip r:embed="rId2">
            <a:alphaModFix amt="27000"/>
          </a:blip>
          <a:srcRect l="3038" t="3494" r="35825" b="4058"/>
          <a:stretch>
            <a:fillRect/>
          </a:stretch>
        </p:blipFill>
        <p:spPr>
          <a:xfrm>
            <a:off x="8051675" y="-113750"/>
            <a:ext cx="1782125" cy="151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720000" y="904025"/>
            <a:ext cx="472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type="body" idx="1"/>
          </p:nvPr>
        </p:nvSpPr>
        <p:spPr>
          <a:xfrm>
            <a:off x="720000" y="1686175"/>
            <a:ext cx="4724100" cy="25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✧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✧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✧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✧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✧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✧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✧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✧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✧"/>
              <a:defRPr/>
            </a:lvl9pPr>
          </a:lstStyle>
          <a:p/>
        </p:txBody>
      </p:sp>
      <p:sp>
        <p:nvSpPr>
          <p:cNvPr id="47" name="Google Shape;47;p7"/>
          <p:cNvSpPr/>
          <p:nvPr>
            <p:ph type="pic" idx="2"/>
          </p:nvPr>
        </p:nvSpPr>
        <p:spPr>
          <a:xfrm>
            <a:off x="5906750" y="535050"/>
            <a:ext cx="2715000" cy="40734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pic>
        <p:nvPicPr>
          <p:cNvPr id="48" name="Google Shape;48;p7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0" y="3391250"/>
            <a:ext cx="3100800" cy="17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7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5317550" y="0"/>
            <a:ext cx="3826450" cy="21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/>
          <p:nvPr/>
        </p:nvSpPr>
        <p:spPr>
          <a:xfrm>
            <a:off x="173950" y="154488"/>
            <a:ext cx="679500" cy="679500"/>
          </a:xfrm>
          <a:prstGeom prst="star24">
            <a:avLst>
              <a:gd name="adj" fmla="val 1265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1" name="Google Shape;51;p7"/>
          <p:cNvPicPr preferRelativeResize="0"/>
          <p:nvPr/>
        </p:nvPicPr>
        <p:blipFill rotWithShape="1">
          <a:blip r:embed="rId3"/>
          <a:srcRect l="3038" t="3494" r="35825" b="4058"/>
          <a:stretch>
            <a:fillRect/>
          </a:stretch>
        </p:blipFill>
        <p:spPr>
          <a:xfrm>
            <a:off x="7630650" y="-263725"/>
            <a:ext cx="1782125" cy="151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8"/>
          <p:cNvPicPr preferRelativeResize="0"/>
          <p:nvPr/>
        </p:nvPicPr>
        <p:blipFill>
          <a:blip r:embed="rId2">
            <a:alphaModFix amt="63000"/>
          </a:blip>
          <a:stretch>
            <a:fillRect/>
          </a:stretch>
        </p:blipFill>
        <p:spPr>
          <a:xfrm flipH="1">
            <a:off x="0" y="-1"/>
            <a:ext cx="5179824" cy="291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8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0800000" flipH="1">
            <a:off x="3744100" y="2106051"/>
            <a:ext cx="5399899" cy="303744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type="title"/>
          </p:nvPr>
        </p:nvSpPr>
        <p:spPr>
          <a:xfrm>
            <a:off x="715200" y="2034900"/>
            <a:ext cx="7713600" cy="107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56" name="Google Shape;56;p8"/>
          <p:cNvPicPr preferRelativeResize="0"/>
          <p:nvPr/>
        </p:nvPicPr>
        <p:blipFill rotWithShape="1">
          <a:blip r:embed="rId3">
            <a:alphaModFix amt="50000"/>
          </a:blip>
          <a:srcRect l="3038" t="3494" r="35825" b="4058"/>
          <a:stretch>
            <a:fillRect/>
          </a:stretch>
        </p:blipFill>
        <p:spPr>
          <a:xfrm>
            <a:off x="196887" y="-222975"/>
            <a:ext cx="1782125" cy="151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8"/>
          <p:cNvPicPr preferRelativeResize="0"/>
          <p:nvPr/>
        </p:nvPicPr>
        <p:blipFill rotWithShape="1">
          <a:blip r:embed="rId3"/>
          <a:srcRect l="3038" t="3494" r="35825" b="4058"/>
          <a:stretch>
            <a:fillRect/>
          </a:stretch>
        </p:blipFill>
        <p:spPr>
          <a:xfrm>
            <a:off x="7537837" y="3890375"/>
            <a:ext cx="1782125" cy="151592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/>
          <p:nvPr/>
        </p:nvSpPr>
        <p:spPr>
          <a:xfrm>
            <a:off x="-743975" y="4371663"/>
            <a:ext cx="1515600" cy="1515600"/>
          </a:xfrm>
          <a:prstGeom prst="star16">
            <a:avLst>
              <a:gd name="adj" fmla="val 375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" name="Google Shape;59;p8"/>
          <p:cNvSpPr/>
          <p:nvPr/>
        </p:nvSpPr>
        <p:spPr>
          <a:xfrm>
            <a:off x="4369400" y="4763852"/>
            <a:ext cx="2783100" cy="11292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9"/>
          <p:cNvSpPr txBox="1"/>
          <p:nvPr>
            <p:ph type="subTitle" idx="1"/>
          </p:nvPr>
        </p:nvSpPr>
        <p:spPr>
          <a:xfrm>
            <a:off x="2241475" y="2819400"/>
            <a:ext cx="4661100" cy="5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63" name="Google Shape;63;p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4619600" y="0"/>
            <a:ext cx="4524398" cy="2544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9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flipH="1">
            <a:off x="-1" y="-6847"/>
            <a:ext cx="3219950" cy="181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9"/>
          <p:cNvPicPr preferRelativeResize="0"/>
          <p:nvPr/>
        </p:nvPicPr>
        <p:blipFill rotWithShape="1">
          <a:blip r:embed="rId3"/>
          <a:srcRect l="3038" t="3494" r="35825" b="4058"/>
          <a:stretch>
            <a:fillRect/>
          </a:stretch>
        </p:blipFill>
        <p:spPr>
          <a:xfrm>
            <a:off x="7397612" y="-395875"/>
            <a:ext cx="1782125" cy="151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720000" y="3940975"/>
            <a:ext cx="7704000" cy="66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 hasCustomPrompt="1"/>
          </p:nvPr>
        </p:nvSpPr>
        <p:spPr>
          <a:xfrm>
            <a:off x="1284000" y="1366338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1" name="Google Shape;71;p11"/>
          <p:cNvSpPr txBox="1"/>
          <p:nvPr>
            <p:ph type="subTitle" idx="1"/>
          </p:nvPr>
        </p:nvSpPr>
        <p:spPr>
          <a:xfrm>
            <a:off x="1284000" y="3063763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72" name="Google Shape;72;p11"/>
          <p:cNvPicPr preferRelativeResize="0"/>
          <p:nvPr/>
        </p:nvPicPr>
        <p:blipFill>
          <a:blip r:embed="rId2">
            <a:alphaModFix amt="63000"/>
          </a:blip>
          <a:stretch>
            <a:fillRect/>
          </a:stretch>
        </p:blipFill>
        <p:spPr>
          <a:xfrm>
            <a:off x="3964188" y="-19913"/>
            <a:ext cx="5179824" cy="291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1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0800000">
            <a:off x="13" y="2086139"/>
            <a:ext cx="5399899" cy="303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1"/>
          <p:cNvPicPr preferRelativeResize="0"/>
          <p:nvPr/>
        </p:nvPicPr>
        <p:blipFill rotWithShape="1">
          <a:blip r:embed="rId3">
            <a:alphaModFix amt="50000"/>
          </a:blip>
          <a:srcRect l="3038" t="3494" r="35825" b="4058"/>
          <a:stretch>
            <a:fillRect/>
          </a:stretch>
        </p:blipFill>
        <p:spPr>
          <a:xfrm flipH="1">
            <a:off x="7165000" y="-242887"/>
            <a:ext cx="1782125" cy="151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1"/>
          <p:cNvPicPr preferRelativeResize="0"/>
          <p:nvPr/>
        </p:nvPicPr>
        <p:blipFill rotWithShape="1">
          <a:blip r:embed="rId3"/>
          <a:srcRect l="3038" t="3494" r="35825" b="4058"/>
          <a:stretch>
            <a:fillRect/>
          </a:stretch>
        </p:blipFill>
        <p:spPr>
          <a:xfrm flipH="1">
            <a:off x="-175950" y="3870463"/>
            <a:ext cx="1782125" cy="151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6043199" y="3391250"/>
            <a:ext cx="3100800" cy="17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flipH="1">
            <a:off x="0" y="0"/>
            <a:ext cx="3215150" cy="180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3"/>
          <p:cNvPicPr preferRelativeResize="0"/>
          <p:nvPr/>
        </p:nvPicPr>
        <p:blipFill rotWithShape="1">
          <a:blip r:embed="rId3"/>
          <a:srcRect l="3038" t="3494" r="35825" b="4058"/>
          <a:stretch>
            <a:fillRect/>
          </a:stretch>
        </p:blipFill>
        <p:spPr>
          <a:xfrm>
            <a:off x="7644675" y="4100875"/>
            <a:ext cx="1782125" cy="151592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type="title" idx="2" hasCustomPrompt="1"/>
          </p:nvPr>
        </p:nvSpPr>
        <p:spPr>
          <a:xfrm>
            <a:off x="1430700" y="1480875"/>
            <a:ext cx="884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type="title" idx="3" hasCustomPrompt="1"/>
          </p:nvPr>
        </p:nvSpPr>
        <p:spPr>
          <a:xfrm>
            <a:off x="1430700" y="2914296"/>
            <a:ext cx="884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type="title" idx="4" hasCustomPrompt="1"/>
          </p:nvPr>
        </p:nvSpPr>
        <p:spPr>
          <a:xfrm>
            <a:off x="4129975" y="1480875"/>
            <a:ext cx="884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type="title" idx="5" hasCustomPrompt="1"/>
          </p:nvPr>
        </p:nvSpPr>
        <p:spPr>
          <a:xfrm>
            <a:off x="4129975" y="2914296"/>
            <a:ext cx="884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type="title" idx="6" hasCustomPrompt="1"/>
          </p:nvPr>
        </p:nvSpPr>
        <p:spPr>
          <a:xfrm>
            <a:off x="6829250" y="1480875"/>
            <a:ext cx="884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/>
          <p:nvPr>
            <p:ph type="title" idx="7" hasCustomPrompt="1"/>
          </p:nvPr>
        </p:nvSpPr>
        <p:spPr>
          <a:xfrm>
            <a:off x="6829250" y="2914296"/>
            <a:ext cx="884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odoni Moda"/>
              <a:buNone/>
              <a:defRPr sz="30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type="subTitle" idx="1"/>
          </p:nvPr>
        </p:nvSpPr>
        <p:spPr>
          <a:xfrm>
            <a:off x="720000" y="20276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type="subTitle" idx="8"/>
          </p:nvPr>
        </p:nvSpPr>
        <p:spPr>
          <a:xfrm>
            <a:off x="3419275" y="20276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type="subTitle" idx="9"/>
          </p:nvPr>
        </p:nvSpPr>
        <p:spPr>
          <a:xfrm>
            <a:off x="6118550" y="20276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91" name="Google Shape;91;p13"/>
          <p:cNvSpPr txBox="1"/>
          <p:nvPr>
            <p:ph type="subTitle" idx="13"/>
          </p:nvPr>
        </p:nvSpPr>
        <p:spPr>
          <a:xfrm>
            <a:off x="720000" y="34595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92" name="Google Shape;92;p13"/>
          <p:cNvSpPr txBox="1"/>
          <p:nvPr>
            <p:ph type="subTitle" idx="14"/>
          </p:nvPr>
        </p:nvSpPr>
        <p:spPr>
          <a:xfrm>
            <a:off x="3419275" y="34595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93" name="Google Shape;93;p13"/>
          <p:cNvSpPr txBox="1"/>
          <p:nvPr>
            <p:ph type="subTitle" idx="15"/>
          </p:nvPr>
        </p:nvSpPr>
        <p:spPr>
          <a:xfrm>
            <a:off x="6118550" y="34595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doni Moda"/>
              <a:buNone/>
              <a:defRPr sz="18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>
          <a:blip r:embed="rId2">
            <a:alphaModFix amt="63000"/>
          </a:blip>
          <a:stretch>
            <a:fillRect/>
          </a:stretch>
        </p:blipFill>
        <p:spPr>
          <a:xfrm flipH="1">
            <a:off x="0" y="-1"/>
            <a:ext cx="5179824" cy="291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3964175" y="2229849"/>
            <a:ext cx="5179824" cy="291365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>
            <p:ph type="title"/>
          </p:nvPr>
        </p:nvSpPr>
        <p:spPr>
          <a:xfrm>
            <a:off x="1458150" y="2982563"/>
            <a:ext cx="62277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8" name="Google Shape;98;p14"/>
          <p:cNvSpPr txBox="1"/>
          <p:nvPr>
            <p:ph type="subTitle" idx="1"/>
          </p:nvPr>
        </p:nvSpPr>
        <p:spPr>
          <a:xfrm>
            <a:off x="1458150" y="1656338"/>
            <a:ext cx="6227700" cy="12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3"/>
          <a:srcRect l="3038" t="3494" r="35825" b="4058"/>
          <a:stretch>
            <a:fillRect/>
          </a:stretch>
        </p:blipFill>
        <p:spPr>
          <a:xfrm>
            <a:off x="7537837" y="3890375"/>
            <a:ext cx="1782125" cy="151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 amt="50000"/>
          </a:blip>
          <a:srcRect l="3038" t="3494" r="35825" b="4058"/>
          <a:stretch>
            <a:fillRect/>
          </a:stretch>
        </p:blipFill>
        <p:spPr>
          <a:xfrm>
            <a:off x="69712" y="-446887"/>
            <a:ext cx="1782125" cy="151592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8118250" y="-500100"/>
            <a:ext cx="1515600" cy="1515600"/>
          </a:xfrm>
          <a:prstGeom prst="star16">
            <a:avLst>
              <a:gd name="adj" fmla="val 375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 rotWithShape="1">
          <a:blip r:embed="rId2"/>
          <a:srcRect l="3038" t="3494" r="35825" b="4058"/>
          <a:stretch>
            <a:fillRect/>
          </a:stretch>
        </p:blipFill>
        <p:spPr>
          <a:xfrm>
            <a:off x="7630650" y="-256581"/>
            <a:ext cx="1782125" cy="151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10800000">
            <a:off x="-12350" y="3053875"/>
            <a:ext cx="3826450" cy="21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5317550" y="0"/>
            <a:ext cx="3826450" cy="21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>
            <p:ph type="subTitle" idx="1"/>
          </p:nvPr>
        </p:nvSpPr>
        <p:spPr>
          <a:xfrm>
            <a:off x="715100" y="1493625"/>
            <a:ext cx="4172100" cy="7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07" name="Google Shape;107;p15"/>
          <p:cNvSpPr txBox="1"/>
          <p:nvPr>
            <p:ph type="title"/>
          </p:nvPr>
        </p:nvSpPr>
        <p:spPr>
          <a:xfrm>
            <a:off x="715100" y="815650"/>
            <a:ext cx="4172100" cy="59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8" name="Google Shape;108;p15"/>
          <p:cNvSpPr/>
          <p:nvPr>
            <p:ph type="pic" idx="2"/>
          </p:nvPr>
        </p:nvSpPr>
        <p:spPr>
          <a:xfrm>
            <a:off x="5376175" y="281250"/>
            <a:ext cx="3052800" cy="4581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09" name="Google Shape;109;p15"/>
          <p:cNvSpPr/>
          <p:nvPr>
            <p:ph type="pic" idx="3"/>
          </p:nvPr>
        </p:nvSpPr>
        <p:spPr>
          <a:xfrm>
            <a:off x="880400" y="2571750"/>
            <a:ext cx="3841500" cy="21303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10" name="Google Shape;110;p15"/>
          <p:cNvSpPr/>
          <p:nvPr/>
        </p:nvSpPr>
        <p:spPr>
          <a:xfrm>
            <a:off x="-426000" y="113500"/>
            <a:ext cx="843000" cy="843000"/>
          </a:xfrm>
          <a:prstGeom prst="star24">
            <a:avLst>
              <a:gd name="adj" fmla="val 1265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15"/>
          <p:cNvSpPr/>
          <p:nvPr/>
        </p:nvSpPr>
        <p:spPr>
          <a:xfrm>
            <a:off x="1628600" y="-847950"/>
            <a:ext cx="2783100" cy="11292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15"/>
          <p:cNvSpPr/>
          <p:nvPr/>
        </p:nvSpPr>
        <p:spPr>
          <a:xfrm>
            <a:off x="3422100" y="4862250"/>
            <a:ext cx="2783100" cy="11292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0800000">
            <a:off x="-2" y="2684499"/>
            <a:ext cx="4371552" cy="245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0800000" flipH="1">
            <a:off x="5928850" y="3334975"/>
            <a:ext cx="3215150" cy="180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" name="Google Shape;117;p16"/>
          <p:cNvSpPr txBox="1"/>
          <p:nvPr>
            <p:ph type="subTitle" idx="1"/>
          </p:nvPr>
        </p:nvSpPr>
        <p:spPr>
          <a:xfrm>
            <a:off x="1239612" y="1708450"/>
            <a:ext cx="2515500" cy="43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118" name="Google Shape;118;p16"/>
          <p:cNvSpPr txBox="1"/>
          <p:nvPr>
            <p:ph type="subTitle" idx="2"/>
          </p:nvPr>
        </p:nvSpPr>
        <p:spPr>
          <a:xfrm>
            <a:off x="3985188" y="1458400"/>
            <a:ext cx="3921000" cy="9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9" name="Google Shape;119;p16"/>
          <p:cNvSpPr txBox="1"/>
          <p:nvPr>
            <p:ph type="subTitle" idx="3"/>
          </p:nvPr>
        </p:nvSpPr>
        <p:spPr>
          <a:xfrm>
            <a:off x="1239612" y="3928250"/>
            <a:ext cx="2515500" cy="43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120" name="Google Shape;120;p16"/>
          <p:cNvSpPr txBox="1"/>
          <p:nvPr>
            <p:ph type="subTitle" idx="4"/>
          </p:nvPr>
        </p:nvSpPr>
        <p:spPr>
          <a:xfrm>
            <a:off x="3985188" y="3678200"/>
            <a:ext cx="3921000" cy="9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1" name="Google Shape;121;p16"/>
          <p:cNvSpPr txBox="1"/>
          <p:nvPr>
            <p:ph type="subTitle" idx="5"/>
          </p:nvPr>
        </p:nvSpPr>
        <p:spPr>
          <a:xfrm>
            <a:off x="1237812" y="2818350"/>
            <a:ext cx="2517300" cy="43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type="subTitle" idx="6"/>
          </p:nvPr>
        </p:nvSpPr>
        <p:spPr>
          <a:xfrm>
            <a:off x="3985188" y="2568300"/>
            <a:ext cx="3919800" cy="9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type="subTitle" idx="1"/>
          </p:nvPr>
        </p:nvSpPr>
        <p:spPr>
          <a:xfrm>
            <a:off x="1625738" y="1715025"/>
            <a:ext cx="4707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26" name="Google Shape;126;p17"/>
          <p:cNvSpPr txBox="1"/>
          <p:nvPr>
            <p:ph type="subTitle" idx="2"/>
          </p:nvPr>
        </p:nvSpPr>
        <p:spPr>
          <a:xfrm>
            <a:off x="2810362" y="2898662"/>
            <a:ext cx="4707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27" name="Google Shape;127;p17"/>
          <p:cNvSpPr txBox="1"/>
          <p:nvPr>
            <p:ph type="subTitle" idx="3"/>
          </p:nvPr>
        </p:nvSpPr>
        <p:spPr>
          <a:xfrm>
            <a:off x="1625738" y="4082300"/>
            <a:ext cx="4707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28" name="Google Shape;128;p17"/>
          <p:cNvSpPr txBox="1"/>
          <p:nvPr>
            <p:ph type="subTitle" idx="4"/>
          </p:nvPr>
        </p:nvSpPr>
        <p:spPr>
          <a:xfrm>
            <a:off x="1625738" y="1280825"/>
            <a:ext cx="4707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type="subTitle" idx="5"/>
          </p:nvPr>
        </p:nvSpPr>
        <p:spPr>
          <a:xfrm>
            <a:off x="2810362" y="2462430"/>
            <a:ext cx="4707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0" name="Google Shape;130;p17"/>
          <p:cNvSpPr txBox="1"/>
          <p:nvPr>
            <p:ph type="subTitle" idx="6"/>
          </p:nvPr>
        </p:nvSpPr>
        <p:spPr>
          <a:xfrm>
            <a:off x="1625738" y="3644035"/>
            <a:ext cx="4707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131" name="Google Shape;131;p1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0800000">
            <a:off x="-2" y="2684499"/>
            <a:ext cx="4371552" cy="245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 rotWithShape="1">
          <a:blip r:embed="rId3">
            <a:alphaModFix amt="70000"/>
          </a:blip>
          <a:srcRect l="3038" t="3494" r="35825" b="4058"/>
          <a:stretch>
            <a:fillRect/>
          </a:stretch>
        </p:blipFill>
        <p:spPr>
          <a:xfrm>
            <a:off x="-467025" y="3771075"/>
            <a:ext cx="1782125" cy="151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0800000" flipH="1">
            <a:off x="5928850" y="3334975"/>
            <a:ext cx="3215150" cy="180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/>
          <p:nvPr/>
        </p:nvSpPr>
        <p:spPr>
          <a:xfrm rot="5400000">
            <a:off x="-1342462" y="1319475"/>
            <a:ext cx="2242500" cy="11292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17"/>
          <p:cNvSpPr/>
          <p:nvPr/>
        </p:nvSpPr>
        <p:spPr>
          <a:xfrm rot="5400000">
            <a:off x="8243963" y="3221100"/>
            <a:ext cx="2242500" cy="11292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0" y="0"/>
            <a:ext cx="3215150" cy="180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>
            <a:off x="796238" y="1306475"/>
            <a:ext cx="3546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>
            <a:off x="796238" y="1885775"/>
            <a:ext cx="3546000" cy="9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type="subTitle" idx="3"/>
          </p:nvPr>
        </p:nvSpPr>
        <p:spPr>
          <a:xfrm>
            <a:off x="4801762" y="1885775"/>
            <a:ext cx="3546000" cy="9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type="subTitle" idx="4"/>
          </p:nvPr>
        </p:nvSpPr>
        <p:spPr>
          <a:xfrm>
            <a:off x="796238" y="3634100"/>
            <a:ext cx="3546000" cy="9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5"/>
          </p:nvPr>
        </p:nvSpPr>
        <p:spPr>
          <a:xfrm>
            <a:off x="4801762" y="3634100"/>
            <a:ext cx="3546000" cy="9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type="subTitle" idx="6"/>
          </p:nvPr>
        </p:nvSpPr>
        <p:spPr>
          <a:xfrm>
            <a:off x="796238" y="3054800"/>
            <a:ext cx="3546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145" name="Google Shape;145;p18"/>
          <p:cNvSpPr txBox="1"/>
          <p:nvPr>
            <p:ph type="subTitle" idx="7"/>
          </p:nvPr>
        </p:nvSpPr>
        <p:spPr>
          <a:xfrm>
            <a:off x="4801762" y="1306475"/>
            <a:ext cx="3546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146" name="Google Shape;146;p18"/>
          <p:cNvSpPr txBox="1"/>
          <p:nvPr>
            <p:ph type="subTitle" idx="8"/>
          </p:nvPr>
        </p:nvSpPr>
        <p:spPr>
          <a:xfrm>
            <a:off x="4801762" y="3054800"/>
            <a:ext cx="3546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147" name="Google Shape;147;p18"/>
          <p:cNvSpPr/>
          <p:nvPr/>
        </p:nvSpPr>
        <p:spPr>
          <a:xfrm>
            <a:off x="-418825" y="3943025"/>
            <a:ext cx="843000" cy="843000"/>
          </a:xfrm>
          <a:prstGeom prst="star24">
            <a:avLst>
              <a:gd name="adj" fmla="val 1265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928850" y="0"/>
            <a:ext cx="3215150" cy="180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/>
          <p:nvPr/>
        </p:nvSpPr>
        <p:spPr>
          <a:xfrm rot="5400000">
            <a:off x="8243963" y="3221100"/>
            <a:ext cx="2242500" cy="11292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>
            <a:off x="721231" y="1867775"/>
            <a:ext cx="2336400" cy="93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type="subTitle" idx="2"/>
          </p:nvPr>
        </p:nvSpPr>
        <p:spPr>
          <a:xfrm>
            <a:off x="3402544" y="1867775"/>
            <a:ext cx="2336400" cy="93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type="subTitle" idx="3"/>
          </p:nvPr>
        </p:nvSpPr>
        <p:spPr>
          <a:xfrm>
            <a:off x="6083881" y="1867775"/>
            <a:ext cx="2336400" cy="93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type="subTitle" idx="4"/>
          </p:nvPr>
        </p:nvSpPr>
        <p:spPr>
          <a:xfrm>
            <a:off x="723719" y="3678200"/>
            <a:ext cx="2336400" cy="93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type="subTitle" idx="5"/>
          </p:nvPr>
        </p:nvSpPr>
        <p:spPr>
          <a:xfrm>
            <a:off x="3405056" y="3678200"/>
            <a:ext cx="2336400" cy="93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7" name="Google Shape;157;p19"/>
          <p:cNvSpPr txBox="1"/>
          <p:nvPr>
            <p:ph type="subTitle" idx="6"/>
          </p:nvPr>
        </p:nvSpPr>
        <p:spPr>
          <a:xfrm>
            <a:off x="6086394" y="3678200"/>
            <a:ext cx="2336400" cy="93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8" name="Google Shape;158;p19"/>
          <p:cNvSpPr txBox="1"/>
          <p:nvPr>
            <p:ph type="subTitle" idx="7"/>
          </p:nvPr>
        </p:nvSpPr>
        <p:spPr>
          <a:xfrm>
            <a:off x="721206" y="1342975"/>
            <a:ext cx="2336400" cy="47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159" name="Google Shape;159;p19"/>
          <p:cNvSpPr txBox="1"/>
          <p:nvPr>
            <p:ph type="subTitle" idx="8"/>
          </p:nvPr>
        </p:nvSpPr>
        <p:spPr>
          <a:xfrm>
            <a:off x="3402544" y="1342975"/>
            <a:ext cx="2336400" cy="47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160" name="Google Shape;160;p19"/>
          <p:cNvSpPr txBox="1"/>
          <p:nvPr>
            <p:ph type="subTitle" idx="9"/>
          </p:nvPr>
        </p:nvSpPr>
        <p:spPr>
          <a:xfrm>
            <a:off x="6083881" y="1342975"/>
            <a:ext cx="2336400" cy="47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type="subTitle" idx="13"/>
          </p:nvPr>
        </p:nvSpPr>
        <p:spPr>
          <a:xfrm>
            <a:off x="721231" y="3155478"/>
            <a:ext cx="2336400" cy="47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type="subTitle" idx="14"/>
          </p:nvPr>
        </p:nvSpPr>
        <p:spPr>
          <a:xfrm>
            <a:off x="3402544" y="3155478"/>
            <a:ext cx="2336400" cy="47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type="subTitle" idx="15"/>
          </p:nvPr>
        </p:nvSpPr>
        <p:spPr>
          <a:xfrm>
            <a:off x="6083881" y="3155478"/>
            <a:ext cx="2336400" cy="47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pic>
        <p:nvPicPr>
          <p:cNvPr id="164" name="Google Shape;164;p19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10800000">
            <a:off x="-1" y="3332278"/>
            <a:ext cx="3219950" cy="181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/>
          <p:nvPr/>
        </p:nvSpPr>
        <p:spPr>
          <a:xfrm rot="5400000">
            <a:off x="-1342462" y="1319475"/>
            <a:ext cx="2242500" cy="11292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68" name="Google Shape;168;p20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6380026" y="3592575"/>
            <a:ext cx="2757202" cy="1550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6777" y="3739529"/>
            <a:ext cx="2495952" cy="1403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1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0800000" flipH="1">
            <a:off x="4772448" y="2684499"/>
            <a:ext cx="4371552" cy="245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H="1">
            <a:off x="-2" y="-34175"/>
            <a:ext cx="3215150" cy="180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 hasCustomPrompt="1"/>
          </p:nvPr>
        </p:nvSpPr>
        <p:spPr>
          <a:xfrm>
            <a:off x="1564850" y="537500"/>
            <a:ext cx="60144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5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r>
              <a:t>xx%</a:t>
            </a:r>
          </a:p>
        </p:txBody>
      </p:sp>
      <p:sp>
        <p:nvSpPr>
          <p:cNvPr id="176" name="Google Shape;176;p22"/>
          <p:cNvSpPr txBox="1"/>
          <p:nvPr>
            <p:ph type="subTitle" idx="1"/>
          </p:nvPr>
        </p:nvSpPr>
        <p:spPr>
          <a:xfrm>
            <a:off x="1564850" y="1440900"/>
            <a:ext cx="60144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7" name="Google Shape;177;p22"/>
          <p:cNvSpPr txBox="1"/>
          <p:nvPr>
            <p:ph type="title" idx="2" hasCustomPrompt="1"/>
          </p:nvPr>
        </p:nvSpPr>
        <p:spPr>
          <a:xfrm>
            <a:off x="1564850" y="1894887"/>
            <a:ext cx="60144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5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r>
              <a:t>xx%</a:t>
            </a:r>
          </a:p>
        </p:txBody>
      </p:sp>
      <p:sp>
        <p:nvSpPr>
          <p:cNvPr id="178" name="Google Shape;178;p22"/>
          <p:cNvSpPr txBox="1"/>
          <p:nvPr>
            <p:ph type="subTitle" idx="3"/>
          </p:nvPr>
        </p:nvSpPr>
        <p:spPr>
          <a:xfrm>
            <a:off x="1564850" y="2800849"/>
            <a:ext cx="60144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9" name="Google Shape;179;p22"/>
          <p:cNvSpPr txBox="1"/>
          <p:nvPr>
            <p:ph type="title" idx="4" hasCustomPrompt="1"/>
          </p:nvPr>
        </p:nvSpPr>
        <p:spPr>
          <a:xfrm>
            <a:off x="1564850" y="3252273"/>
            <a:ext cx="60144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5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odoni Moda"/>
              <a:buNone/>
              <a:defRPr sz="4800">
                <a:solidFill>
                  <a:schemeClr val="accent4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r>
              <a:t>xx%</a:t>
            </a:r>
          </a:p>
        </p:txBody>
      </p:sp>
      <p:sp>
        <p:nvSpPr>
          <p:cNvPr id="180" name="Google Shape;180;p22"/>
          <p:cNvSpPr txBox="1"/>
          <p:nvPr>
            <p:ph type="subTitle" idx="5"/>
          </p:nvPr>
        </p:nvSpPr>
        <p:spPr>
          <a:xfrm>
            <a:off x="1564850" y="4160799"/>
            <a:ext cx="60144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1" name="Google Shape;181;p22"/>
          <p:cNvSpPr/>
          <p:nvPr/>
        </p:nvSpPr>
        <p:spPr>
          <a:xfrm rot="5400000">
            <a:off x="-1381350" y="1364452"/>
            <a:ext cx="2783100" cy="11292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82" name="Google Shape;182;p22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0800000" flipH="1">
            <a:off x="4772448" y="2684499"/>
            <a:ext cx="4371552" cy="245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2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H="1">
            <a:off x="-2" y="-34175"/>
            <a:ext cx="3215150" cy="180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3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>
            <a:off x="2" y="3226724"/>
            <a:ext cx="3407573" cy="191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987000" y="0"/>
            <a:ext cx="5157000" cy="290081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>
            <p:ph type="ctrTitle"/>
          </p:nvPr>
        </p:nvSpPr>
        <p:spPr>
          <a:xfrm>
            <a:off x="2382300" y="626750"/>
            <a:ext cx="4379400" cy="9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8" name="Google Shape;188;p23"/>
          <p:cNvSpPr txBox="1"/>
          <p:nvPr>
            <p:ph type="subTitle" idx="1"/>
          </p:nvPr>
        </p:nvSpPr>
        <p:spPr>
          <a:xfrm>
            <a:off x="2382300" y="1807525"/>
            <a:ext cx="4379400" cy="10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9" name="Google Shape;189;p23"/>
          <p:cNvSpPr txBox="1"/>
          <p:nvPr/>
        </p:nvSpPr>
        <p:spPr>
          <a:xfrm>
            <a:off x="2382250" y="4176700"/>
            <a:ext cx="43794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rPr>
              <a:t>CREDITS: This presentation template was created by </a:t>
            </a:r>
            <a:r>
              <a:rPr lang="en-GB" sz="1000" u="sng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  <a:hlinkClick r:id="rId3"/>
              </a:rPr>
              <a:t>Slidesgo</a:t>
            </a:r>
            <a:r>
              <a:rPr lang="en-GB" sz="1000" u="sng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rPr>
              <a:t>,</a:t>
            </a:r>
            <a:r>
              <a:rPr lang="en-GB" sz="1000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rPr>
              <a:t> and includes icons by </a:t>
            </a:r>
            <a:r>
              <a:rPr lang="en-GB" sz="1000" u="sng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  <a:hlinkClick r:id="rId4"/>
              </a:rPr>
              <a:t>Flaticon</a:t>
            </a:r>
            <a:r>
              <a:rPr lang="en-GB" sz="1000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rPr>
              <a:t>, and infographics &amp; images by </a:t>
            </a:r>
            <a:r>
              <a:rPr lang="en-GB" sz="1000" u="sng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  <a:hlinkClick r:id="rId5"/>
              </a:rPr>
              <a:t>Freepik</a:t>
            </a:r>
            <a:endParaRPr sz="1000" u="sng">
              <a:solidFill>
                <a:schemeClr val="lt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pic>
        <p:nvPicPr>
          <p:cNvPr id="190" name="Google Shape;190;p23"/>
          <p:cNvPicPr preferRelativeResize="0"/>
          <p:nvPr/>
        </p:nvPicPr>
        <p:blipFill rotWithShape="1">
          <a:blip r:embed="rId6">
            <a:alphaModFix amt="60000"/>
          </a:blip>
          <a:srcRect l="3038" t="3494" r="35825" b="4058"/>
          <a:stretch>
            <a:fillRect/>
          </a:stretch>
        </p:blipFill>
        <p:spPr>
          <a:xfrm>
            <a:off x="0" y="3547125"/>
            <a:ext cx="1876699" cy="159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3"/>
          <p:cNvPicPr preferRelativeResize="0"/>
          <p:nvPr/>
        </p:nvPicPr>
        <p:blipFill rotWithShape="1">
          <a:blip r:embed="rId6">
            <a:alphaModFix amt="80000"/>
          </a:blip>
          <a:srcRect l="3038" t="3494" r="35825" b="4058"/>
          <a:stretch>
            <a:fillRect/>
          </a:stretch>
        </p:blipFill>
        <p:spPr>
          <a:xfrm>
            <a:off x="7004775" y="-378987"/>
            <a:ext cx="2625149" cy="223302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3"/>
          <p:cNvSpPr/>
          <p:nvPr/>
        </p:nvSpPr>
        <p:spPr>
          <a:xfrm>
            <a:off x="3422100" y="4862250"/>
            <a:ext cx="2783100" cy="11292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93" name="Google Shape;193;p23"/>
          <p:cNvPicPr preferRelativeResize="0"/>
          <p:nvPr/>
        </p:nvPicPr>
        <p:blipFill rotWithShape="1">
          <a:blip r:embed="rId7">
            <a:alphaModFix amt="40000"/>
          </a:blip>
          <a:srcRect l="7996" r="11552" b="4039"/>
          <a:stretch>
            <a:fillRect/>
          </a:stretch>
        </p:blipFill>
        <p:spPr>
          <a:xfrm rot="2526222">
            <a:off x="-811524" y="-150000"/>
            <a:ext cx="3861802" cy="2591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4"/>
          <p:cNvPicPr preferRelativeResize="0"/>
          <p:nvPr/>
        </p:nvPicPr>
        <p:blipFill>
          <a:blip r:embed="rId2">
            <a:alphaModFix amt="63000"/>
          </a:blip>
          <a:stretch>
            <a:fillRect/>
          </a:stretch>
        </p:blipFill>
        <p:spPr>
          <a:xfrm>
            <a:off x="3964188" y="-19913"/>
            <a:ext cx="5179824" cy="291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4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0800000">
            <a:off x="13" y="2086139"/>
            <a:ext cx="5399899" cy="303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4"/>
          <p:cNvPicPr preferRelativeResize="0"/>
          <p:nvPr/>
        </p:nvPicPr>
        <p:blipFill rotWithShape="1">
          <a:blip r:embed="rId3">
            <a:alphaModFix amt="50000"/>
          </a:blip>
          <a:srcRect l="3038" t="3494" r="35825" b="4058"/>
          <a:stretch>
            <a:fillRect/>
          </a:stretch>
        </p:blipFill>
        <p:spPr>
          <a:xfrm flipH="1">
            <a:off x="7165000" y="-242887"/>
            <a:ext cx="1782125" cy="151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4"/>
          <p:cNvPicPr preferRelativeResize="0"/>
          <p:nvPr/>
        </p:nvPicPr>
        <p:blipFill rotWithShape="1">
          <a:blip r:embed="rId3"/>
          <a:srcRect l="3038" t="3494" r="35825" b="4058"/>
          <a:stretch>
            <a:fillRect/>
          </a:stretch>
        </p:blipFill>
        <p:spPr>
          <a:xfrm flipH="1">
            <a:off x="-175950" y="3870463"/>
            <a:ext cx="1782125" cy="151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0" y="0"/>
            <a:ext cx="3215150" cy="180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5"/>
          <p:cNvSpPr/>
          <p:nvPr/>
        </p:nvSpPr>
        <p:spPr>
          <a:xfrm>
            <a:off x="-418825" y="3943025"/>
            <a:ext cx="843000" cy="843000"/>
          </a:xfrm>
          <a:prstGeom prst="star24">
            <a:avLst>
              <a:gd name="adj" fmla="val 1265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2" name="Google Shape;202;p2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928850" y="0"/>
            <a:ext cx="3215150" cy="180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5"/>
          <p:cNvSpPr/>
          <p:nvPr/>
        </p:nvSpPr>
        <p:spPr>
          <a:xfrm rot="5400000">
            <a:off x="8243963" y="3221100"/>
            <a:ext cx="2242500" cy="11292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sz="30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Medium"/>
              <a:buChar char="✧"/>
              <a:defRPr sz="1200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Medium"/>
              <a:buChar char="✧"/>
              <a:defRPr sz="1200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Medium"/>
              <a:buChar char="✧"/>
              <a:defRPr sz="1200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Medium"/>
              <a:buChar char="✧"/>
              <a:defRPr sz="1200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Medium"/>
              <a:buChar char="✧"/>
              <a:defRPr sz="1200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Medium"/>
              <a:buChar char="✧"/>
              <a:defRPr sz="1200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Medium"/>
              <a:buChar char="✧"/>
              <a:defRPr sz="1200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Medium"/>
              <a:buChar char="✧"/>
              <a:defRPr sz="1200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Medium"/>
              <a:buChar char="✧"/>
              <a:defRPr sz="1200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6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7.xml"/><Relationship Id="rId2" Type="http://schemas.openxmlformats.org/officeDocument/2006/relationships/image" Target="../media/image9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8.xml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9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0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1.xml"/><Relationship Id="rId5" Type="http://schemas.openxmlformats.org/officeDocument/2006/relationships/tags" Target="../tags/tag14.xml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6.xml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ctrTitle"/>
          </p:nvPr>
        </p:nvSpPr>
        <p:spPr>
          <a:xfrm>
            <a:off x="869950" y="1285240"/>
            <a:ext cx="7623810" cy="16656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E-Land register of Estonia </a:t>
            </a:r>
            <a:endParaRPr lang="en-US" altLang="en-GB"/>
          </a:p>
        </p:txBody>
      </p:sp>
      <p:sp>
        <p:nvSpPr>
          <p:cNvPr id="215" name="Google Shape;215;p29"/>
          <p:cNvSpPr txBox="1"/>
          <p:nvPr>
            <p:ph type="subTitle" idx="1"/>
          </p:nvPr>
        </p:nvSpPr>
        <p:spPr>
          <a:xfrm>
            <a:off x="1907380" y="2823625"/>
            <a:ext cx="56823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Transforming Land Management Through Digital Innovation</a:t>
            </a:r>
            <a:endParaRPr lang="en-GB"/>
          </a:p>
        </p:txBody>
      </p:sp>
      <p:pic>
        <p:nvPicPr>
          <p:cNvPr id="216" name="Google Shape;216;p29"/>
          <p:cNvPicPr preferRelativeResize="0"/>
          <p:nvPr/>
        </p:nvPicPr>
        <p:blipFill rotWithShape="1">
          <a:blip r:embed="rId1"/>
          <a:srcRect l="27123" t="1903" r="22404"/>
          <a:stretch>
            <a:fillRect/>
          </a:stretch>
        </p:blipFill>
        <p:spPr>
          <a:xfrm rot="5400000">
            <a:off x="88826" y="3193625"/>
            <a:ext cx="1903224" cy="208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9"/>
          <p:cNvPicPr preferRelativeResize="0"/>
          <p:nvPr/>
        </p:nvPicPr>
        <p:blipFill rotWithShape="1">
          <a:blip r:embed="rId2"/>
          <a:srcRect r="44641"/>
          <a:stretch>
            <a:fillRect/>
          </a:stretch>
        </p:blipFill>
        <p:spPr>
          <a:xfrm rot="5131889">
            <a:off x="-894520" y="-803977"/>
            <a:ext cx="2704987" cy="2748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9"/>
          <p:cNvPicPr preferRelativeResize="0"/>
          <p:nvPr/>
        </p:nvPicPr>
        <p:blipFill rotWithShape="1">
          <a:blip r:embed="rId3"/>
          <a:srcRect l="16144" r="9967"/>
          <a:stretch>
            <a:fillRect/>
          </a:stretch>
        </p:blipFill>
        <p:spPr>
          <a:xfrm>
            <a:off x="7353400" y="3786375"/>
            <a:ext cx="1909877" cy="1453926"/>
          </a:xfrm>
          <a:prstGeom prst="rect">
            <a:avLst/>
          </a:prstGeom>
          <a:noFill/>
          <a:ln>
            <a:noFill/>
          </a:ln>
        </p:spPr>
      </p:pic>
      <p:sp>
        <p:nvSpPr>
          <p:cNvPr id="1" name="Text Box 0"/>
          <p:cNvSpPr txBox="1"/>
          <p:nvPr/>
        </p:nvSpPr>
        <p:spPr>
          <a:xfrm>
            <a:off x="5948045" y="4020185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>
                <a:latin typeface="Adobe Caslon Pro" panose="0205050205050A020403" charset="0"/>
                <a:cs typeface="Adobe Caslon Pro" panose="0205050205050A020403" charset="0"/>
              </a:rPr>
              <a:t>By: Asmita Bohara, 16 </a:t>
            </a:r>
            <a:endParaRPr lang="en-US" sz="1600">
              <a:latin typeface="Adobe Caslon Pro" panose="0205050205050A020403" charset="0"/>
              <a:cs typeface="Adobe Caslon Pro" panose="0205050205050A0204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type="title"/>
          </p:nvPr>
        </p:nvSpPr>
        <p:spPr>
          <a:xfrm>
            <a:off x="432980" y="15800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Table of contents</a:t>
            </a:r>
            <a:endParaRPr lang="en-GB" sz="3600"/>
          </a:p>
        </p:txBody>
      </p:sp>
      <p:sp>
        <p:nvSpPr>
          <p:cNvPr id="233" name="Google Shape;233;p31"/>
          <p:cNvSpPr txBox="1"/>
          <p:nvPr>
            <p:ph type="title" idx="3"/>
          </p:nvPr>
        </p:nvSpPr>
        <p:spPr>
          <a:xfrm>
            <a:off x="1502455" y="2340256"/>
            <a:ext cx="884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 lang="en-GB"/>
          </a:p>
        </p:txBody>
      </p:sp>
      <p:sp>
        <p:nvSpPr>
          <p:cNvPr id="234" name="Google Shape;234;p31"/>
          <p:cNvSpPr txBox="1"/>
          <p:nvPr>
            <p:ph type="title" idx="2"/>
          </p:nvPr>
        </p:nvSpPr>
        <p:spPr>
          <a:xfrm>
            <a:off x="1502455" y="906835"/>
            <a:ext cx="884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235" name="Google Shape;235;p31"/>
          <p:cNvSpPr txBox="1"/>
          <p:nvPr>
            <p:ph type="title" idx="4"/>
          </p:nvPr>
        </p:nvSpPr>
        <p:spPr>
          <a:xfrm>
            <a:off x="4201730" y="906835"/>
            <a:ext cx="884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236" name="Google Shape;236;p31"/>
          <p:cNvSpPr txBox="1"/>
          <p:nvPr>
            <p:ph type="title" idx="5"/>
          </p:nvPr>
        </p:nvSpPr>
        <p:spPr>
          <a:xfrm>
            <a:off x="4201730" y="2340256"/>
            <a:ext cx="884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</a:t>
            </a:r>
            <a:endParaRPr lang="en-GB"/>
          </a:p>
        </p:txBody>
      </p:sp>
      <p:sp>
        <p:nvSpPr>
          <p:cNvPr id="237" name="Google Shape;237;p31"/>
          <p:cNvSpPr txBox="1"/>
          <p:nvPr>
            <p:ph type="title" idx="6"/>
          </p:nvPr>
        </p:nvSpPr>
        <p:spPr>
          <a:xfrm>
            <a:off x="6901005" y="906835"/>
            <a:ext cx="884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238" name="Google Shape;238;p31"/>
          <p:cNvSpPr txBox="1"/>
          <p:nvPr>
            <p:ph type="title" idx="7"/>
          </p:nvPr>
        </p:nvSpPr>
        <p:spPr>
          <a:xfrm>
            <a:off x="6901005" y="2340256"/>
            <a:ext cx="884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06</a:t>
            </a:r>
            <a:endParaRPr lang="en-GB"/>
          </a:p>
        </p:txBody>
      </p:sp>
      <p:sp>
        <p:nvSpPr>
          <p:cNvPr id="239" name="Google Shape;239;p31"/>
          <p:cNvSpPr txBox="1"/>
          <p:nvPr>
            <p:ph type="subTitle" idx="1"/>
          </p:nvPr>
        </p:nvSpPr>
        <p:spPr>
          <a:xfrm>
            <a:off x="791755" y="138188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and objectives</a:t>
            </a:r>
            <a:endParaRPr lang="en-GB"/>
          </a:p>
        </p:txBody>
      </p:sp>
      <p:sp>
        <p:nvSpPr>
          <p:cNvPr id="240" name="Google Shape;240;p31"/>
          <p:cNvSpPr txBox="1"/>
          <p:nvPr>
            <p:ph type="subTitle" idx="8"/>
          </p:nvPr>
        </p:nvSpPr>
        <p:spPr>
          <a:xfrm>
            <a:off x="3491030" y="138188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Development and implementation process</a:t>
            </a:r>
            <a:endParaRPr lang="en-GB"/>
          </a:p>
        </p:txBody>
      </p:sp>
      <p:sp>
        <p:nvSpPr>
          <p:cNvPr id="241" name="Google Shape;241;p31"/>
          <p:cNvSpPr txBox="1"/>
          <p:nvPr>
            <p:ph type="subTitle" idx="9"/>
          </p:nvPr>
        </p:nvSpPr>
        <p:spPr>
          <a:xfrm>
            <a:off x="6190305" y="138188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and functionality</a:t>
            </a:r>
            <a:endParaRPr lang="en-GB"/>
          </a:p>
        </p:txBody>
      </p:sp>
      <p:sp>
        <p:nvSpPr>
          <p:cNvPr id="242" name="Google Shape;242;p31"/>
          <p:cNvSpPr txBox="1"/>
          <p:nvPr>
            <p:ph type="subTitle" idx="13"/>
          </p:nvPr>
        </p:nvSpPr>
        <p:spPr>
          <a:xfrm>
            <a:off x="791755" y="288553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Security measures and privacy concerns</a:t>
            </a:r>
            <a:endParaRPr lang="en-GB"/>
          </a:p>
        </p:txBody>
      </p:sp>
      <p:sp>
        <p:nvSpPr>
          <p:cNvPr id="243" name="Google Shape;243;p31"/>
          <p:cNvSpPr txBox="1"/>
          <p:nvPr>
            <p:ph type="subTitle" idx="14"/>
          </p:nvPr>
        </p:nvSpPr>
        <p:spPr>
          <a:xfrm>
            <a:off x="3491030" y="288553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Integration with other services</a:t>
            </a:r>
            <a:endParaRPr lang="en-GB"/>
          </a:p>
        </p:txBody>
      </p:sp>
      <p:sp>
        <p:nvSpPr>
          <p:cNvPr id="244" name="Google Shape;244;p31"/>
          <p:cNvSpPr txBox="1"/>
          <p:nvPr>
            <p:ph type="subTitle" idx="15"/>
          </p:nvPr>
        </p:nvSpPr>
        <p:spPr>
          <a:xfrm>
            <a:off x="6190305" y="288553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Benefits for citizens, businesses, and government</a:t>
            </a:r>
            <a:endParaRPr lang="en-GB"/>
          </a:p>
        </p:txBody>
      </p:sp>
      <p:pic>
        <p:nvPicPr>
          <p:cNvPr id="245" name="Google Shape;245;p31"/>
          <p:cNvPicPr preferRelativeResize="0"/>
          <p:nvPr/>
        </p:nvPicPr>
        <p:blipFill rotWithShape="1">
          <a:blip r:embed="rId1"/>
          <a:srcRect r="44641"/>
          <a:stretch>
            <a:fillRect/>
          </a:stretch>
        </p:blipFill>
        <p:spPr>
          <a:xfrm>
            <a:off x="-395349" y="3834496"/>
            <a:ext cx="1657450" cy="1684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1"/>
          <p:cNvPicPr preferRelativeResize="0"/>
          <p:nvPr/>
        </p:nvPicPr>
        <p:blipFill rotWithShape="1">
          <a:blip r:embed="rId2"/>
          <a:srcRect l="16144" r="9967"/>
          <a:stretch>
            <a:fillRect/>
          </a:stretch>
        </p:blipFill>
        <p:spPr>
          <a:xfrm rot="-3745272">
            <a:off x="7805499" y="25662"/>
            <a:ext cx="1338162" cy="1018679"/>
          </a:xfrm>
          <a:prstGeom prst="rect">
            <a:avLst/>
          </a:prstGeom>
          <a:noFill/>
          <a:ln>
            <a:noFill/>
          </a:ln>
        </p:spPr>
      </p:pic>
      <p:sp>
        <p:nvSpPr>
          <p:cNvPr id="1" name="Google Shape;235;p31"/>
          <p:cNvSpPr txBox="1"/>
          <p:nvPr>
            <p:custDataLst>
              <p:tags r:id="rId3"/>
            </p:custDataLst>
          </p:nvPr>
        </p:nvSpPr>
        <p:spPr>
          <a:xfrm>
            <a:off x="1582990" y="4048815"/>
            <a:ext cx="884100" cy="447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sz="30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7</a:t>
            </a:r>
            <a:endParaRPr lang="en-US" altLang="en-GB"/>
          </a:p>
        </p:txBody>
      </p:sp>
      <p:sp>
        <p:nvSpPr>
          <p:cNvPr id="2" name="Google Shape;236;p31"/>
          <p:cNvSpPr txBox="1"/>
          <p:nvPr>
            <p:custDataLst>
              <p:tags r:id="rId4"/>
            </p:custDataLst>
          </p:nvPr>
        </p:nvSpPr>
        <p:spPr>
          <a:xfrm>
            <a:off x="6866190" y="4041421"/>
            <a:ext cx="884100" cy="447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sz="30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9</a:t>
            </a:r>
            <a:endParaRPr lang="en-US" altLang="en-GB"/>
          </a:p>
        </p:txBody>
      </p:sp>
      <p:sp>
        <p:nvSpPr>
          <p:cNvPr id="3" name="Google Shape;237;p31"/>
          <p:cNvSpPr txBox="1"/>
          <p:nvPr>
            <p:custDataLst>
              <p:tags r:id="rId5"/>
            </p:custDataLst>
          </p:nvPr>
        </p:nvSpPr>
        <p:spPr>
          <a:xfrm>
            <a:off x="4282265" y="4048815"/>
            <a:ext cx="884100" cy="447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sz="30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8</a:t>
            </a:r>
            <a:endParaRPr lang="en-US" altLang="en-GB"/>
          </a:p>
        </p:txBody>
      </p:sp>
      <p:sp>
        <p:nvSpPr>
          <p:cNvPr id="5" name="Google Shape;240;p31"/>
          <p:cNvSpPr txBox="1"/>
          <p:nvPr>
            <p:custDataLst>
              <p:tags r:id="rId6"/>
            </p:custDataLst>
          </p:nvPr>
        </p:nvSpPr>
        <p:spPr>
          <a:xfrm>
            <a:off x="872290" y="4523860"/>
            <a:ext cx="2305500" cy="447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and solutions</a:t>
            </a:r>
            <a:endParaRPr lang="en-GB"/>
          </a:p>
        </p:txBody>
      </p:sp>
      <p:sp>
        <p:nvSpPr>
          <p:cNvPr id="6" name="Google Shape;241;p31"/>
          <p:cNvSpPr txBox="1"/>
          <p:nvPr>
            <p:custDataLst>
              <p:tags r:id="rId7"/>
            </p:custDataLst>
          </p:nvPr>
        </p:nvSpPr>
        <p:spPr>
          <a:xfrm>
            <a:off x="3571565" y="4523860"/>
            <a:ext cx="2305500" cy="447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Impact and success stories</a:t>
            </a:r>
            <a:endParaRPr lang="en-GB"/>
          </a:p>
        </p:txBody>
      </p:sp>
      <p:sp>
        <p:nvSpPr>
          <p:cNvPr id="7" name="Google Shape;243;p31"/>
          <p:cNvSpPr txBox="1"/>
          <p:nvPr>
            <p:custDataLst>
              <p:tags r:id="rId8"/>
            </p:custDataLst>
          </p:nvPr>
        </p:nvSpPr>
        <p:spPr>
          <a:xfrm>
            <a:off x="6155490" y="4514945"/>
            <a:ext cx="2305500" cy="447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developments</a:t>
            </a:r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>
            <p:ph type="title"/>
          </p:nvPr>
        </p:nvSpPr>
        <p:spPr>
          <a:xfrm>
            <a:off x="1619885" y="267335"/>
            <a:ext cx="6858635" cy="8420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Introduction and Objectives</a:t>
            </a:r>
            <a:endParaRPr lang="en-GB" sz="3600"/>
          </a:p>
        </p:txBody>
      </p:sp>
      <p:sp>
        <p:nvSpPr>
          <p:cNvPr id="252" name="Google Shape;252;p32"/>
          <p:cNvSpPr txBox="1"/>
          <p:nvPr>
            <p:ph type="title" idx="2"/>
          </p:nvPr>
        </p:nvSpPr>
        <p:spPr>
          <a:xfrm>
            <a:off x="827405" y="267335"/>
            <a:ext cx="974090" cy="7931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pic>
        <p:nvPicPr>
          <p:cNvPr id="253" name="Google Shape;253;p32"/>
          <p:cNvPicPr preferRelativeResize="0"/>
          <p:nvPr/>
        </p:nvPicPr>
        <p:blipFill rotWithShape="1">
          <a:blip r:embed="rId1"/>
          <a:srcRect l="21047" r="27618"/>
          <a:stretch>
            <a:fillRect/>
          </a:stretch>
        </p:blipFill>
        <p:spPr>
          <a:xfrm rot="-9901300">
            <a:off x="-720390" y="-517828"/>
            <a:ext cx="2018793" cy="2212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2"/>
          <p:cNvPicPr preferRelativeResize="0"/>
          <p:nvPr/>
        </p:nvPicPr>
        <p:blipFill rotWithShape="1">
          <a:blip r:embed="rId2"/>
          <a:srcRect l="69747" t="9289" r="10042" b="61090"/>
          <a:stretch>
            <a:fillRect/>
          </a:stretch>
        </p:blipFill>
        <p:spPr>
          <a:xfrm rot="1226552">
            <a:off x="6407275" y="1092726"/>
            <a:ext cx="791750" cy="65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2"/>
          <p:cNvPicPr preferRelativeResize="0"/>
          <p:nvPr/>
        </p:nvPicPr>
        <p:blipFill rotWithShape="1">
          <a:blip r:embed="rId3"/>
          <a:srcRect l="16144" r="9967"/>
          <a:stretch>
            <a:fillRect/>
          </a:stretch>
        </p:blipFill>
        <p:spPr>
          <a:xfrm>
            <a:off x="7234125" y="3689575"/>
            <a:ext cx="1909877" cy="145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2"/>
          <p:cNvPicPr preferRelativeResize="0"/>
          <p:nvPr/>
        </p:nvPicPr>
        <p:blipFill rotWithShape="1">
          <a:blip r:embed="rId4">
            <a:alphaModFix amt="40000"/>
          </a:blip>
          <a:srcRect l="7996" r="11552" b="4039"/>
          <a:stretch>
            <a:fillRect/>
          </a:stretch>
        </p:blipFill>
        <p:spPr>
          <a:xfrm>
            <a:off x="467225" y="3528175"/>
            <a:ext cx="3861802" cy="259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" name="Text Box 0"/>
          <p:cNvSpPr txBox="1"/>
          <p:nvPr/>
        </p:nvSpPr>
        <p:spPr>
          <a:xfrm>
            <a:off x="1043305" y="1131570"/>
            <a:ext cx="6991350" cy="3594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>
                <a:latin typeface="Adobe Caslon Pro" panose="0205050205050A020403" charset="0"/>
                <a:cs typeface="Adobe Caslon Pro" panose="0205050205050A020403" charset="0"/>
              </a:rPr>
              <a:t>Introduction:</a:t>
            </a:r>
            <a:endParaRPr lang="en-US" sz="28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Digital platform for land ownership and transactions.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Part of Estonia’s e-governance initiatives.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Launched to improve transparency and efficiency.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Managed by the Ministry of Justice.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Widely recognized as a successful digital innovation.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  <a:p>
            <a:r>
              <a:rPr lang="en-US" sz="2800">
                <a:latin typeface="Adobe Caslon Pro" panose="0205050205050A020403" charset="0"/>
                <a:cs typeface="Adobe Caslon Pro" panose="0205050205050A020403" charset="0"/>
              </a:rPr>
              <a:t>Objectives:</a:t>
            </a:r>
            <a:endParaRPr lang="en-US" sz="2800">
              <a:latin typeface="Adobe Caslon Pro" panose="0205050205050A020403" charset="0"/>
              <a:cs typeface="Adobe Caslon Pro" panose="0205050205050A020403" charset="0"/>
            </a:endParaRPr>
          </a:p>
          <a:p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- Streamline land records management.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  <a:p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- Provide secure access to land information.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  <a:p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- Enhance data accuracy and reliability.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  <a:p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- Promote transparency and reduce corruption.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  <a:p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- Facilitate efficient property transactions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33"/>
          <p:cNvPicPr preferRelativeResize="0"/>
          <p:nvPr/>
        </p:nvPicPr>
        <p:blipFill rotWithShape="1">
          <a:blip r:embed="rId1"/>
          <a:srcRect l="21047" r="27618"/>
          <a:stretch>
            <a:fillRect/>
          </a:stretch>
        </p:blipFill>
        <p:spPr>
          <a:xfrm rot="-8099991">
            <a:off x="-223897" y="4121052"/>
            <a:ext cx="1313165" cy="143889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3"/>
          <p:cNvSpPr txBox="1"/>
          <p:nvPr>
            <p:ph type="title"/>
          </p:nvPr>
        </p:nvSpPr>
        <p:spPr>
          <a:xfrm>
            <a:off x="899795" y="483235"/>
            <a:ext cx="8309610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Development and Implementation Process</a:t>
            </a:r>
            <a:endParaRPr lang="en-GB"/>
          </a:p>
        </p:txBody>
      </p:sp>
      <p:sp>
        <p:nvSpPr>
          <p:cNvPr id="263" name="Google Shape;263;p33"/>
          <p:cNvSpPr txBox="1"/>
          <p:nvPr>
            <p:ph type="body" idx="1"/>
          </p:nvPr>
        </p:nvSpPr>
        <p:spPr>
          <a:xfrm>
            <a:off x="323850" y="1275715"/>
            <a:ext cx="4724400" cy="2719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dobe Caslon Pro" panose="0205050205050A020403" charset="0"/>
                <a:cs typeface="Adobe Caslon Pro" panose="0205050205050A020403" charset="0"/>
              </a:rPr>
              <a:t>Development:</a:t>
            </a:r>
            <a:endParaRPr lang="en-GB" sz="24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</a:pPr>
            <a:r>
              <a:rPr sz="2000">
                <a:latin typeface="Adobe Caslon Pro" panose="0205050205050A020403" charset="0"/>
                <a:cs typeface="Adobe Caslon Pro" panose="0205050205050A020403" charset="0"/>
              </a:rPr>
              <a:t>Initiated in the early 2000s.</a:t>
            </a:r>
            <a:endParaRPr sz="20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</a:pPr>
            <a:r>
              <a:rPr sz="2000">
                <a:latin typeface="Adobe Caslon Pro" panose="0205050205050A020403" charset="0"/>
                <a:cs typeface="Adobe Caslon Pro" panose="0205050205050A020403" charset="0"/>
              </a:rPr>
              <a:t>Collaborative effort between government and tech firms.</a:t>
            </a:r>
            <a:endParaRPr sz="20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</a:pPr>
            <a:r>
              <a:rPr sz="2000">
                <a:latin typeface="Adobe Caslon Pro" panose="0205050205050A020403" charset="0"/>
                <a:cs typeface="Adobe Caslon Pro" panose="0205050205050A020403" charset="0"/>
              </a:rPr>
              <a:t>Funded by national and EU resources.</a:t>
            </a:r>
            <a:endParaRPr sz="20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</a:pPr>
            <a:r>
              <a:rPr sz="2000">
                <a:latin typeface="Adobe Caslon Pro" panose="0205050205050A020403" charset="0"/>
                <a:cs typeface="Adobe Caslon Pro" panose="0205050205050A020403" charset="0"/>
              </a:rPr>
              <a:t>Extensive research and planning phase.</a:t>
            </a:r>
            <a:endParaRPr sz="20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</a:pPr>
            <a:r>
              <a:rPr sz="2000">
                <a:latin typeface="Adobe Caslon Pro" panose="0205050205050A020403" charset="0"/>
                <a:cs typeface="Adobe Caslon Pro" panose="0205050205050A020403" charset="0"/>
              </a:rPr>
              <a:t>User feedback incorporated into design.</a:t>
            </a:r>
            <a:endParaRPr sz="2000">
              <a:latin typeface="Adobe Caslon Pro" panose="0205050205050A020403" charset="0"/>
              <a:cs typeface="Adobe Caslon Pro" panose="0205050205050A020403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pic>
        <p:nvPicPr>
          <p:cNvPr id="265" name="Google Shape;265;p33"/>
          <p:cNvPicPr preferRelativeResize="0"/>
          <p:nvPr/>
        </p:nvPicPr>
        <p:blipFill rotWithShape="1">
          <a:blip r:embed="rId2"/>
          <a:srcRect t="6091" r="10754" b="16502"/>
          <a:stretch>
            <a:fillRect/>
          </a:stretch>
        </p:blipFill>
        <p:spPr>
          <a:xfrm rot="-5892028">
            <a:off x="7949548" y="1382349"/>
            <a:ext cx="1284626" cy="62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2"/>
          <p:cNvSpPr txBox="1"/>
          <p:nvPr>
            <p:custDataLst>
              <p:tags r:id="rId3"/>
            </p:custDataLst>
          </p:nvPr>
        </p:nvSpPr>
        <p:spPr>
          <a:xfrm>
            <a:off x="-252095" y="222250"/>
            <a:ext cx="1407160" cy="79311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doni Moda"/>
              <a:buNone/>
              <a:defRPr sz="50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2</a:t>
            </a:r>
            <a:endParaRPr lang="en-US" altLang="en-GB"/>
          </a:p>
        </p:txBody>
      </p:sp>
      <p:sp>
        <p:nvSpPr>
          <p:cNvPr id="4" name="Text Box 3"/>
          <p:cNvSpPr txBox="1"/>
          <p:nvPr/>
        </p:nvSpPr>
        <p:spPr>
          <a:xfrm>
            <a:off x="5292090" y="1995805"/>
            <a:ext cx="378777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sz="2400">
                <a:latin typeface="Adobe Caslon Pro" panose="0205050205050A020403" charset="0"/>
                <a:cs typeface="Adobe Caslon Pro" panose="0205050205050A020403" charset="0"/>
                <a:sym typeface="+mn-ea"/>
              </a:rPr>
              <a:t>Implementation:</a:t>
            </a:r>
            <a:endParaRPr lang="en-GB" sz="2400">
              <a:latin typeface="Adobe Caslon Pro" panose="0205050205050A020403" charset="0"/>
              <a:cs typeface="Adobe Caslon Pro" panose="0205050205050A020403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latin typeface="Adobe Caslon Pro" panose="0205050205050A020403" charset="0"/>
                <a:cs typeface="Adobe Caslon Pro" panose="0205050205050A020403" charset="0"/>
              </a:rPr>
              <a:t>Phased rollout starting with pilot projects.</a:t>
            </a:r>
            <a:endParaRPr lang="en-GB" sz="20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latin typeface="Adobe Caslon Pro" panose="0205050205050A020403" charset="0"/>
                <a:cs typeface="Adobe Caslon Pro" panose="0205050205050A020403" charset="0"/>
              </a:rPr>
              <a:t>Nationwide adoption by 2005.</a:t>
            </a:r>
            <a:endParaRPr lang="en-GB" sz="20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latin typeface="Adobe Caslon Pro" panose="0205050205050A020403" charset="0"/>
                <a:cs typeface="Adobe Caslon Pro" panose="0205050205050A020403" charset="0"/>
              </a:rPr>
              <a:t>Training programs for stakeholders.</a:t>
            </a:r>
            <a:endParaRPr lang="en-GB" sz="20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latin typeface="Adobe Caslon Pro" panose="0205050205050A020403" charset="0"/>
                <a:cs typeface="Adobe Caslon Pro" panose="0205050205050A020403" charset="0"/>
              </a:rPr>
              <a:t>Gradual transition from paper-based to digital records.</a:t>
            </a:r>
            <a:endParaRPr lang="en-GB" sz="20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latin typeface="Adobe Caslon Pro" panose="0205050205050A020403" charset="0"/>
                <a:cs typeface="Adobe Caslon Pro" panose="0205050205050A020403" charset="0"/>
              </a:rPr>
              <a:t>Continuous system updates and improvements.</a:t>
            </a:r>
            <a:endParaRPr lang="en-GB" sz="20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/>
          <p:nvPr>
            <p:ph type="title"/>
          </p:nvPr>
        </p:nvSpPr>
        <p:spPr>
          <a:xfrm>
            <a:off x="863510" y="37327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and Functionality</a:t>
            </a:r>
            <a:endParaRPr lang="en-GB"/>
          </a:p>
        </p:txBody>
      </p:sp>
      <p:sp>
        <p:nvSpPr>
          <p:cNvPr id="271" name="Google Shape;271;p34"/>
          <p:cNvSpPr txBox="1"/>
          <p:nvPr>
            <p:ph type="subTitle" idx="3"/>
          </p:nvPr>
        </p:nvSpPr>
        <p:spPr>
          <a:xfrm>
            <a:off x="683895" y="1604645"/>
            <a:ext cx="3404870" cy="23850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Online access to land records.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Digital submission of documents.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Real-time updates and notifications.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User-friendly interface.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Multilingual support.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sp>
        <p:nvSpPr>
          <p:cNvPr id="272" name="Google Shape;272;p34"/>
          <p:cNvSpPr txBox="1"/>
          <p:nvPr>
            <p:ph type="subTitle" idx="1"/>
          </p:nvPr>
        </p:nvSpPr>
        <p:spPr>
          <a:xfrm>
            <a:off x="252305" y="1249135"/>
            <a:ext cx="2772600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dobe Caslon Pro" panose="0205050205050A020403" charset="0"/>
                <a:cs typeface="Adobe Caslon Pro" panose="0205050205050A020403" charset="0"/>
              </a:rPr>
              <a:t>Key Featuress</a:t>
            </a:r>
            <a:endParaRPr lang="en-GB" sz="24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sp>
        <p:nvSpPr>
          <p:cNvPr id="273" name="Google Shape;273;p34"/>
          <p:cNvSpPr txBox="1"/>
          <p:nvPr>
            <p:ph type="subTitle" idx="2"/>
          </p:nvPr>
        </p:nvSpPr>
        <p:spPr>
          <a:xfrm>
            <a:off x="4861160" y="2352765"/>
            <a:ext cx="2772600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Functionality</a:t>
            </a:r>
            <a:endParaRPr lang="en-GB" sz="2400"/>
          </a:p>
        </p:txBody>
      </p:sp>
      <p:sp>
        <p:nvSpPr>
          <p:cNvPr id="274" name="Google Shape;274;p34"/>
          <p:cNvSpPr txBox="1"/>
          <p:nvPr>
            <p:ph type="subTitle" idx="4"/>
          </p:nvPr>
        </p:nvSpPr>
        <p:spPr>
          <a:xfrm>
            <a:off x="5186045" y="2713355"/>
            <a:ext cx="3960495" cy="21513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/>
              <a:t>Search and view land details.</a:t>
            </a:r>
            <a:endParaRPr lang="en-GB" sz="18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/>
              <a:t>Register property transactions.</a:t>
            </a:r>
            <a:endParaRPr lang="en-GB" sz="18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/>
              <a:t>Integrated with digital ID system.</a:t>
            </a:r>
            <a:endParaRPr lang="en-GB" sz="18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/>
              <a:t>Generate official reports and documents.</a:t>
            </a:r>
            <a:endParaRPr lang="en-GB" sz="18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/>
              <a:t>Track transaction history and status.</a:t>
            </a:r>
            <a:endParaRPr lang="en-GB" sz="1800"/>
          </a:p>
        </p:txBody>
      </p:sp>
      <p:pic>
        <p:nvPicPr>
          <p:cNvPr id="275" name="Google Shape;275;p34"/>
          <p:cNvPicPr preferRelativeResize="0"/>
          <p:nvPr/>
        </p:nvPicPr>
        <p:blipFill rotWithShape="1">
          <a:blip r:embed="rId1"/>
          <a:srcRect l="16144" r="9967"/>
          <a:stretch>
            <a:fillRect/>
          </a:stretch>
        </p:blipFill>
        <p:spPr>
          <a:xfrm rot="-465007" flipH="1">
            <a:off x="-76378" y="3900724"/>
            <a:ext cx="1582950" cy="12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4"/>
          <p:cNvPicPr preferRelativeResize="0"/>
          <p:nvPr/>
        </p:nvPicPr>
        <p:blipFill rotWithShape="1">
          <a:blip r:embed="rId2"/>
          <a:srcRect l="27123" t="1903" r="22404"/>
          <a:stretch>
            <a:fillRect/>
          </a:stretch>
        </p:blipFill>
        <p:spPr>
          <a:xfrm rot="-4636898">
            <a:off x="7447503" y="68557"/>
            <a:ext cx="1405145" cy="1536289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4"/>
          <p:cNvSpPr/>
          <p:nvPr/>
        </p:nvSpPr>
        <p:spPr>
          <a:xfrm>
            <a:off x="7517450" y="4369400"/>
            <a:ext cx="1536600" cy="1536600"/>
          </a:xfrm>
          <a:prstGeom prst="star24">
            <a:avLst>
              <a:gd name="adj" fmla="val 1265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2" name="Google Shape;252;p32"/>
          <p:cNvSpPr txBox="1"/>
          <p:nvPr>
            <p:custDataLst>
              <p:tags r:id="rId3"/>
            </p:custDataLst>
          </p:nvPr>
        </p:nvSpPr>
        <p:spPr>
          <a:xfrm>
            <a:off x="-108585" y="222250"/>
            <a:ext cx="1169670" cy="72453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doni Moda"/>
              <a:buNone/>
              <a:defRPr sz="50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3 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5"/>
          <p:cNvPicPr preferRelativeResize="0"/>
          <p:nvPr/>
        </p:nvPicPr>
        <p:blipFill rotWithShape="1">
          <a:blip r:embed="rId1">
            <a:alphaModFix amt="70000"/>
          </a:blip>
          <a:srcRect l="3038" t="3494" r="35825" b="4058"/>
          <a:stretch>
            <a:fillRect/>
          </a:stretch>
        </p:blipFill>
        <p:spPr>
          <a:xfrm>
            <a:off x="-467025" y="3771075"/>
            <a:ext cx="1782125" cy="151592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5"/>
          <p:cNvSpPr txBox="1"/>
          <p:nvPr>
            <p:ph type="subTitle" idx="6"/>
          </p:nvPr>
        </p:nvSpPr>
        <p:spPr>
          <a:xfrm>
            <a:off x="4573833" y="3436345"/>
            <a:ext cx="3919800" cy="9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Compliance with GDPR.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User data encryption and anonymization.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Access control and permissions.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Transparency in data usage policies.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User consent for data sharing.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sp>
        <p:nvSpPr>
          <p:cNvPr id="285" name="Google Shape;285;p35"/>
          <p:cNvSpPr txBox="1"/>
          <p:nvPr>
            <p:ph type="subTitle" idx="1"/>
          </p:nvPr>
        </p:nvSpPr>
        <p:spPr>
          <a:xfrm>
            <a:off x="107950" y="1347470"/>
            <a:ext cx="1599565" cy="4298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dobe Caslon Pro" panose="0205050205050A020403" charset="0"/>
                <a:cs typeface="Adobe Caslon Pro" panose="0205050205050A020403" charset="0"/>
              </a:rPr>
              <a:t>Security</a:t>
            </a:r>
            <a:endParaRPr lang="en-GB" sz="24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sp>
        <p:nvSpPr>
          <p:cNvPr id="286" name="Google Shape;286;p35"/>
          <p:cNvSpPr txBox="1"/>
          <p:nvPr>
            <p:ph type="title"/>
          </p:nvPr>
        </p:nvSpPr>
        <p:spPr>
          <a:xfrm>
            <a:off x="720090" y="445135"/>
            <a:ext cx="7943215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 </a:t>
            </a:r>
            <a:r>
              <a:rPr lang="en-GB"/>
              <a:t>Security Measures and Privacy Concerns</a:t>
            </a:r>
            <a:br>
              <a:rPr lang="en-GB"/>
            </a:br>
            <a:endParaRPr lang="en-GB"/>
          </a:p>
        </p:txBody>
      </p:sp>
      <p:sp>
        <p:nvSpPr>
          <p:cNvPr id="287" name="Google Shape;287;p35"/>
          <p:cNvSpPr txBox="1"/>
          <p:nvPr>
            <p:ph type="subTitle" idx="2"/>
          </p:nvPr>
        </p:nvSpPr>
        <p:spPr>
          <a:xfrm>
            <a:off x="833048" y="1582225"/>
            <a:ext cx="3921000" cy="9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Use of blockchain technology.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Multi-layered authentication.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Regular security audits.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Secure data centers.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Incident response protocols.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sp>
        <p:nvSpPr>
          <p:cNvPr id="289" name="Google Shape;289;p35"/>
          <p:cNvSpPr txBox="1"/>
          <p:nvPr>
            <p:ph type="subTitle" idx="5"/>
          </p:nvPr>
        </p:nvSpPr>
        <p:spPr>
          <a:xfrm>
            <a:off x="2556707" y="3220940"/>
            <a:ext cx="2517300" cy="43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dobe Caslon Pro" panose="0205050205050A020403" charset="0"/>
                <a:cs typeface="Adobe Caslon Pro" panose="0205050205050A020403" charset="0"/>
              </a:rPr>
              <a:t>Privacy:</a:t>
            </a:r>
            <a:endParaRPr lang="en-GB" sz="24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pic>
        <p:nvPicPr>
          <p:cNvPr id="290" name="Google Shape;290;p35"/>
          <p:cNvPicPr preferRelativeResize="0"/>
          <p:nvPr/>
        </p:nvPicPr>
        <p:blipFill rotWithShape="1">
          <a:blip r:embed="rId2"/>
          <a:srcRect l="16144" r="9967"/>
          <a:stretch>
            <a:fillRect/>
          </a:stretch>
        </p:blipFill>
        <p:spPr>
          <a:xfrm rot="10800000" flipH="1">
            <a:off x="7665499" y="-35101"/>
            <a:ext cx="1582949" cy="120505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2"/>
          <p:cNvSpPr txBox="1"/>
          <p:nvPr>
            <p:custDataLst>
              <p:tags r:id="rId3"/>
            </p:custDataLst>
          </p:nvPr>
        </p:nvSpPr>
        <p:spPr>
          <a:xfrm>
            <a:off x="-324485" y="222250"/>
            <a:ext cx="1424305" cy="70739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doni Moda"/>
              <a:buNone/>
              <a:defRPr sz="50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4 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"/>
          <p:cNvSpPr txBox="1"/>
          <p:nvPr>
            <p:ph type="subTitle" idx="13"/>
          </p:nvPr>
        </p:nvSpPr>
        <p:spPr>
          <a:xfrm>
            <a:off x="5013831" y="2498253"/>
            <a:ext cx="2336400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dobe Caslon Pro" panose="0205050205050A020403" charset="0"/>
                <a:cs typeface="Adobe Caslon Pro" panose="0205050205050A020403" charset="0"/>
              </a:rPr>
              <a:t>Benefits</a:t>
            </a:r>
            <a:endParaRPr lang="en-GB" sz="24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sp>
        <p:nvSpPr>
          <p:cNvPr id="298" name="Google Shape;298;p36"/>
          <p:cNvSpPr txBox="1"/>
          <p:nvPr>
            <p:ph type="subTitle" idx="7"/>
          </p:nvPr>
        </p:nvSpPr>
        <p:spPr>
          <a:xfrm>
            <a:off x="721206" y="1342975"/>
            <a:ext cx="2336400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dobe Caslon Pro" panose="0205050205050A020403" charset="0"/>
                <a:cs typeface="Adobe Caslon Pro" panose="0205050205050A020403" charset="0"/>
              </a:rPr>
              <a:t>Integration:</a:t>
            </a:r>
            <a:endParaRPr lang="en-GB" sz="24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sp>
        <p:nvSpPr>
          <p:cNvPr id="301" name="Google Shape;301;p36"/>
          <p:cNvSpPr txBox="1"/>
          <p:nvPr>
            <p:ph type="title"/>
          </p:nvPr>
        </p:nvSpPr>
        <p:spPr>
          <a:xfrm>
            <a:off x="1043850" y="19547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Integration with Other Services</a:t>
            </a:r>
            <a:endParaRPr lang="en-GB"/>
          </a:p>
        </p:txBody>
      </p:sp>
      <p:sp>
        <p:nvSpPr>
          <p:cNvPr id="302" name="Google Shape;302;p36"/>
          <p:cNvSpPr txBox="1"/>
          <p:nvPr>
            <p:ph type="subTitle" idx="1"/>
          </p:nvPr>
        </p:nvSpPr>
        <p:spPr>
          <a:xfrm>
            <a:off x="1115695" y="1779905"/>
            <a:ext cx="3767455" cy="22650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>
                <a:latin typeface="Adobe Caslon Pro" panose="0205050205050A020403" charset="0"/>
                <a:cs typeface="Adobe Caslon Pro" panose="0205050205050A020403" charset="0"/>
              </a:rPr>
              <a:t>Linked with national ID and other e-governance services.</a:t>
            </a:r>
            <a:endParaRPr lang="en-GB" sz="1600">
              <a:latin typeface="Adobe Caslon Pro" panose="0205050205050A020403" charset="0"/>
              <a:cs typeface="Adobe Caslon Pro" panose="0205050205050A020403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>
                <a:latin typeface="Adobe Caslon Pro" panose="0205050205050A020403" charset="0"/>
                <a:cs typeface="Adobe Caslon Pro" panose="0205050205050A020403" charset="0"/>
              </a:rPr>
              <a:t>Seamless data sharing with banks, notaries, and real estate agencies.</a:t>
            </a:r>
            <a:endParaRPr lang="en-GB" sz="1600">
              <a:latin typeface="Adobe Caslon Pro" panose="0205050205050A020403" charset="0"/>
              <a:cs typeface="Adobe Caslon Pro" panose="0205050205050A020403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>
                <a:latin typeface="Adobe Caslon Pro" panose="0205050205050A020403" charset="0"/>
                <a:cs typeface="Adobe Caslon Pro" panose="0205050205050A020403" charset="0"/>
              </a:rPr>
              <a:t>Interoperable with tax and legal systems.</a:t>
            </a:r>
            <a:endParaRPr lang="en-GB" sz="1600">
              <a:latin typeface="Adobe Caslon Pro" panose="0205050205050A020403" charset="0"/>
              <a:cs typeface="Adobe Caslon Pro" panose="0205050205050A020403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>
                <a:latin typeface="Adobe Caslon Pro" panose="0205050205050A020403" charset="0"/>
                <a:cs typeface="Adobe Caslon Pro" panose="0205050205050A020403" charset="0"/>
              </a:rPr>
              <a:t>API access for third-party developers.</a:t>
            </a:r>
            <a:endParaRPr lang="en-GB" sz="1600">
              <a:latin typeface="Adobe Caslon Pro" panose="0205050205050A020403" charset="0"/>
              <a:cs typeface="Adobe Caslon Pro" panose="0205050205050A020403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>
                <a:latin typeface="Adobe Caslon Pro" panose="0205050205050A020403" charset="0"/>
                <a:cs typeface="Adobe Caslon Pro" panose="0205050205050A020403" charset="0"/>
              </a:rPr>
              <a:t>Support for cross-border transactions within the EU</a:t>
            </a:r>
            <a:endParaRPr lang="en-GB" sz="16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sp>
        <p:nvSpPr>
          <p:cNvPr id="303" name="Google Shape;303;p36"/>
          <p:cNvSpPr txBox="1"/>
          <p:nvPr>
            <p:ph type="subTitle" idx="4"/>
          </p:nvPr>
        </p:nvSpPr>
        <p:spPr>
          <a:xfrm>
            <a:off x="5364480" y="2785110"/>
            <a:ext cx="3608705" cy="1508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>
                <a:latin typeface="Adobe Caslon Pro" panose="0205050205050A020403" charset="0"/>
                <a:cs typeface="Adobe Caslon Pro" panose="0205050205050A020403" charset="0"/>
              </a:rPr>
              <a:t>Streamlined processes and reduced paperwork.</a:t>
            </a:r>
            <a:endParaRPr lang="en-GB" sz="16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>
                <a:latin typeface="Adobe Caslon Pro" panose="0205050205050A020403" charset="0"/>
                <a:cs typeface="Adobe Caslon Pro" panose="0205050205050A020403" charset="0"/>
              </a:rPr>
              <a:t>Improved service delivery efficiency.</a:t>
            </a:r>
            <a:endParaRPr lang="en-GB" sz="16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>
                <a:latin typeface="Adobe Caslon Pro" panose="0205050205050A020403" charset="0"/>
                <a:cs typeface="Adobe Caslon Pro" panose="0205050205050A020403" charset="0"/>
              </a:rPr>
              <a:t>Faster verification and approval times.</a:t>
            </a:r>
            <a:endParaRPr lang="en-GB" sz="16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>
                <a:latin typeface="Adobe Caslon Pro" panose="0205050205050A020403" charset="0"/>
                <a:cs typeface="Adobe Caslon Pro" panose="0205050205050A020403" charset="0"/>
              </a:rPr>
              <a:t>Enhanced user experience.</a:t>
            </a:r>
            <a:endParaRPr lang="en-GB" sz="16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>
                <a:latin typeface="Adobe Caslon Pro" panose="0205050205050A020403" charset="0"/>
                <a:cs typeface="Adobe Caslon Pro" panose="0205050205050A020403" charset="0"/>
              </a:rPr>
              <a:t>Cost savings for all parties involved.</a:t>
            </a:r>
            <a:endParaRPr lang="en-GB" sz="16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pic>
        <p:nvPicPr>
          <p:cNvPr id="308" name="Google Shape;308;p36"/>
          <p:cNvPicPr preferRelativeResize="0"/>
          <p:nvPr/>
        </p:nvPicPr>
        <p:blipFill rotWithShape="1">
          <a:blip r:embed="rId1">
            <a:alphaModFix amt="42000"/>
          </a:blip>
          <a:srcRect l="3038" t="3494" r="35825" b="4058"/>
          <a:stretch>
            <a:fillRect/>
          </a:stretch>
        </p:blipFill>
        <p:spPr>
          <a:xfrm>
            <a:off x="7679775" y="-226750"/>
            <a:ext cx="1782125" cy="151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6"/>
          <p:cNvPicPr preferRelativeResize="0"/>
          <p:nvPr/>
        </p:nvPicPr>
        <p:blipFill rotWithShape="1">
          <a:blip r:embed="rId1">
            <a:alphaModFix amt="40000"/>
          </a:blip>
          <a:srcRect l="3038" t="3494" r="35825" b="4058"/>
          <a:stretch>
            <a:fillRect/>
          </a:stretch>
        </p:blipFill>
        <p:spPr>
          <a:xfrm rot="-8100000">
            <a:off x="-636952" y="4296024"/>
            <a:ext cx="1782126" cy="1515926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2"/>
          <p:cNvSpPr txBox="1"/>
          <p:nvPr>
            <p:custDataLst>
              <p:tags r:id="rId2"/>
            </p:custDataLst>
          </p:nvPr>
        </p:nvSpPr>
        <p:spPr>
          <a:xfrm>
            <a:off x="141605" y="134620"/>
            <a:ext cx="1115060" cy="68135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doni Moda"/>
              <a:buNone/>
              <a:defRPr sz="50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5</a:t>
            </a: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"/>
          <p:cNvSpPr txBox="1"/>
          <p:nvPr>
            <p:ph type="subTitle" idx="2"/>
          </p:nvPr>
        </p:nvSpPr>
        <p:spPr>
          <a:xfrm>
            <a:off x="407618" y="2283920"/>
            <a:ext cx="3546000" cy="9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Convenient access to land records.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Faster transaction processing.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Reduced administrative burden.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Increased confidence in property dealings.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Enhanced property rights protection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sp>
        <p:nvSpPr>
          <p:cNvPr id="316" name="Google Shape;316;p37"/>
          <p:cNvSpPr txBox="1"/>
          <p:nvPr>
            <p:ph type="subTitle" idx="4"/>
          </p:nvPr>
        </p:nvSpPr>
        <p:spPr>
          <a:xfrm>
            <a:off x="4304665" y="1638300"/>
            <a:ext cx="3959225" cy="9740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Simplified property transactions.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Reliable data for due diligence.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Lower transaction costs.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Improved market transparency.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Access to comprehensive land data.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sp>
        <p:nvSpPr>
          <p:cNvPr id="318" name="Google Shape;318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 </a:t>
            </a:r>
            <a:r>
              <a:rPr lang="en-GB"/>
              <a:t>Benefits for Citizens, Businesses, and Government</a:t>
            </a:r>
            <a:endParaRPr lang="en-GB"/>
          </a:p>
        </p:txBody>
      </p:sp>
      <p:sp>
        <p:nvSpPr>
          <p:cNvPr id="319" name="Google Shape;319;p37"/>
          <p:cNvSpPr txBox="1"/>
          <p:nvPr>
            <p:ph type="subTitle" idx="1"/>
          </p:nvPr>
        </p:nvSpPr>
        <p:spPr>
          <a:xfrm>
            <a:off x="-46990" y="1880235"/>
            <a:ext cx="2451735" cy="5257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dobe Caslon Pro" panose="0205050205050A020403" charset="0"/>
                <a:cs typeface="Adobe Caslon Pro" panose="0205050205050A020403" charset="0"/>
              </a:rPr>
              <a:t>Citizens</a:t>
            </a:r>
            <a:endParaRPr lang="en-GB" sz="24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sp>
        <p:nvSpPr>
          <p:cNvPr id="320" name="Google Shape;320;p37"/>
          <p:cNvSpPr txBox="1"/>
          <p:nvPr>
            <p:ph type="subTitle" idx="6"/>
          </p:nvPr>
        </p:nvSpPr>
        <p:spPr>
          <a:xfrm>
            <a:off x="4303978" y="1349190"/>
            <a:ext cx="35460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dobe Caslon Pro" panose="0205050205050A020403" charset="0"/>
                <a:cs typeface="Adobe Caslon Pro" panose="0205050205050A020403" charset="0"/>
              </a:rPr>
              <a:t>Businesses</a:t>
            </a:r>
            <a:endParaRPr lang="en-GB" sz="24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pic>
        <p:nvPicPr>
          <p:cNvPr id="323" name="Google Shape;323;p37"/>
          <p:cNvPicPr preferRelativeResize="0"/>
          <p:nvPr/>
        </p:nvPicPr>
        <p:blipFill rotWithShape="1">
          <a:blip r:embed="rId1">
            <a:alphaModFix amt="72000"/>
          </a:blip>
          <a:srcRect l="21047" r="27618"/>
          <a:stretch>
            <a:fillRect/>
          </a:stretch>
        </p:blipFill>
        <p:spPr>
          <a:xfrm rot="-5913538">
            <a:off x="7806162" y="-300633"/>
            <a:ext cx="1708624" cy="18722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16;p37"/>
          <p:cNvSpPr txBox="1"/>
          <p:nvPr>
            <p:custDataLst>
              <p:tags r:id="rId2"/>
            </p:custDataLst>
          </p:nvPr>
        </p:nvSpPr>
        <p:spPr>
          <a:xfrm>
            <a:off x="3955415" y="3581400"/>
            <a:ext cx="5301615" cy="974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 Medium"/>
              <a:buNone/>
              <a:defRPr sz="1200" b="0" i="0" u="none" strike="noStrike" cap="none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Medium"/>
              <a:buNone/>
              <a:defRPr sz="1200" b="0" i="0" u="none" strike="noStrike" cap="none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Medium"/>
              <a:buNone/>
              <a:defRPr sz="1200" b="0" i="0" u="none" strike="noStrike" cap="none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Medium"/>
              <a:buNone/>
              <a:defRPr sz="1200" b="0" i="0" u="none" strike="noStrike" cap="none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Medium"/>
              <a:buNone/>
              <a:defRPr sz="1200" b="0" i="0" u="none" strike="noStrike" cap="none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Medium"/>
              <a:buNone/>
              <a:defRPr sz="1200" b="0" i="0" u="none" strike="noStrike" cap="none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Medium"/>
              <a:buNone/>
              <a:defRPr sz="1200" b="0" i="0" u="none" strike="noStrike" cap="none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Medium"/>
              <a:buNone/>
              <a:defRPr sz="1200" b="0" i="0" u="none" strike="noStrike" cap="none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Medium"/>
              <a:buNone/>
              <a:defRPr sz="1200" b="0" i="0" u="none" strike="noStrike" cap="none">
                <a:solidFill>
                  <a:schemeClr val="lt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Efficient land administration.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Better policy-making based on accurate data.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Increased revenue from property taxes.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Enhanced public trust in government services.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Ability to monitor and regulate land use effectively.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sp>
        <p:nvSpPr>
          <p:cNvPr id="6" name="Google Shape;320;p37"/>
          <p:cNvSpPr txBox="1"/>
          <p:nvPr>
            <p:custDataLst>
              <p:tags r:id="rId3"/>
            </p:custDataLst>
          </p:nvPr>
        </p:nvSpPr>
        <p:spPr>
          <a:xfrm>
            <a:off x="4284980" y="3292475"/>
            <a:ext cx="4490085" cy="52578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doni Moda"/>
              <a:buNone/>
              <a:defRPr sz="18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dobe Caslon Pro" panose="0205050205050A020403" charset="0"/>
                <a:cs typeface="Adobe Caslon Pro" panose="0205050205050A020403" charset="0"/>
              </a:rPr>
              <a:t>Governments</a:t>
            </a:r>
            <a:endParaRPr lang="en-GB" sz="24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sp>
        <p:nvSpPr>
          <p:cNvPr id="252" name="Google Shape;252;p32"/>
          <p:cNvSpPr txBox="1"/>
          <p:nvPr>
            <p:custDataLst>
              <p:tags r:id="rId4"/>
            </p:custDataLst>
          </p:nvPr>
        </p:nvSpPr>
        <p:spPr>
          <a:xfrm>
            <a:off x="-179705" y="266700"/>
            <a:ext cx="1210945" cy="79311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doni Moda"/>
              <a:buNone/>
              <a:defRPr sz="50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6</a:t>
            </a:r>
            <a:endParaRPr lang="en-US" alt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939540" y="3147695"/>
            <a:ext cx="4953000" cy="35560"/>
          </a:xfrm>
          <a:prstGeom prst="line">
            <a:avLst/>
          </a:prstGeom>
          <a:ln w="12700" cmpd="sng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 txBox="1"/>
          <p:nvPr>
            <p:ph type="title"/>
          </p:nvPr>
        </p:nvSpPr>
        <p:spPr>
          <a:xfrm>
            <a:off x="539960" y="195870"/>
            <a:ext cx="60144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dobe Caslon Pro" panose="0205050205050A020403" charset="0"/>
                <a:cs typeface="Adobe Caslon Pro" panose="0205050205050A020403" charset="0"/>
              </a:rPr>
              <a:t>Challenges and Solutions</a:t>
            </a:r>
            <a:endParaRPr lang="en-GB" sz="36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sp>
        <p:nvSpPr>
          <p:cNvPr id="340" name="Google Shape;340;p39"/>
          <p:cNvSpPr txBox="1"/>
          <p:nvPr>
            <p:ph type="subTitle" idx="1"/>
          </p:nvPr>
        </p:nvSpPr>
        <p:spPr>
          <a:xfrm>
            <a:off x="467360" y="1259840"/>
            <a:ext cx="4710430" cy="16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dobe Caslon Pro" panose="0205050205050A020403" charset="0"/>
                <a:cs typeface="Adobe Caslon Pro" panose="0205050205050A020403" charset="0"/>
              </a:rPr>
              <a:t>Challenges</a:t>
            </a:r>
            <a:endParaRPr lang="en-GB" sz="24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Initial resistance to change.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Ensuring data security and privacy.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Technical issues during implementation.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Training and educating users.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Maintaining system integrity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sp>
        <p:nvSpPr>
          <p:cNvPr id="342" name="Google Shape;342;p39"/>
          <p:cNvSpPr txBox="1"/>
          <p:nvPr>
            <p:ph type="subTitle" idx="5"/>
          </p:nvPr>
        </p:nvSpPr>
        <p:spPr>
          <a:xfrm>
            <a:off x="3921125" y="2859405"/>
            <a:ext cx="5262245" cy="2749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Solutions:</a:t>
            </a:r>
            <a:endParaRPr lang="en-GB" sz="24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Extensive public awareness campaigns.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Robust cybersecurity measures.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Phased rollout and continuous improvement.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Comprehensive training programs.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Regular system maintenance and updates.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pic>
        <p:nvPicPr>
          <p:cNvPr id="345" name="Google Shape;345;p39"/>
          <p:cNvPicPr preferRelativeResize="0"/>
          <p:nvPr/>
        </p:nvPicPr>
        <p:blipFill rotWithShape="1">
          <a:blip r:embed="rId1">
            <a:alphaModFix amt="30000"/>
          </a:blip>
          <a:srcRect l="7996" r="11552" b="4039"/>
          <a:stretch>
            <a:fillRect/>
          </a:stretch>
        </p:blipFill>
        <p:spPr>
          <a:xfrm rot="-2700000">
            <a:off x="6563225" y="3038500"/>
            <a:ext cx="3861801" cy="2591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9"/>
          <p:cNvPicPr preferRelativeResize="0"/>
          <p:nvPr/>
        </p:nvPicPr>
        <p:blipFill rotWithShape="1">
          <a:blip r:embed="rId2"/>
          <a:srcRect r="44641"/>
          <a:stretch>
            <a:fillRect/>
          </a:stretch>
        </p:blipFill>
        <p:spPr>
          <a:xfrm rot="-5131889" flipH="1">
            <a:off x="7177905" y="-651202"/>
            <a:ext cx="2704987" cy="2748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9"/>
          <p:cNvPicPr preferRelativeResize="0"/>
          <p:nvPr/>
        </p:nvPicPr>
        <p:blipFill rotWithShape="1">
          <a:blip r:embed="rId3"/>
          <a:srcRect l="16144" r="9967"/>
          <a:stretch>
            <a:fillRect/>
          </a:stretch>
        </p:blipFill>
        <p:spPr>
          <a:xfrm flipH="1">
            <a:off x="0" y="3689575"/>
            <a:ext cx="1909877" cy="145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9"/>
          <p:cNvPicPr preferRelativeResize="0"/>
          <p:nvPr/>
        </p:nvPicPr>
        <p:blipFill rotWithShape="1">
          <a:blip r:embed="rId4"/>
          <a:srcRect l="69747" t="9289" r="10042" b="61090"/>
          <a:stretch>
            <a:fillRect/>
          </a:stretch>
        </p:blipFill>
        <p:spPr>
          <a:xfrm rot="1226552">
            <a:off x="1442375" y="595326"/>
            <a:ext cx="791750" cy="65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9"/>
          <p:cNvPicPr preferRelativeResize="0"/>
          <p:nvPr/>
        </p:nvPicPr>
        <p:blipFill rotWithShape="1">
          <a:blip r:embed="rId4"/>
          <a:srcRect l="69747" t="9289" r="10042" b="61090"/>
          <a:stretch>
            <a:fillRect/>
          </a:stretch>
        </p:blipFill>
        <p:spPr>
          <a:xfrm rot="9573393" flipH="1">
            <a:off x="7123337" y="2512664"/>
            <a:ext cx="608021" cy="50127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2"/>
          <p:cNvSpPr txBox="1"/>
          <p:nvPr>
            <p:custDataLst>
              <p:tags r:id="rId5"/>
            </p:custDataLst>
          </p:nvPr>
        </p:nvSpPr>
        <p:spPr>
          <a:xfrm>
            <a:off x="107950" y="52070"/>
            <a:ext cx="974090" cy="79311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doni Moda"/>
              <a:buNone/>
              <a:defRPr sz="50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7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Subtitle 4"/>
          <p:cNvSpPr/>
          <p:nvPr>
            <p:ph type="subTitle" idx="3"/>
          </p:nvPr>
        </p:nvSpPr>
        <p:spPr>
          <a:xfrm>
            <a:off x="35560" y="1203325"/>
            <a:ext cx="4824730" cy="2046605"/>
          </a:xfrm>
        </p:spPr>
        <p:txBody>
          <a:bodyPr/>
          <a:p>
            <a:r>
              <a:rPr lang="en-US" sz="2400">
                <a:latin typeface="Adobe Caslon Pro" panose="0205050205050A020403" charset="0"/>
                <a:cs typeface="Adobe Caslon Pro" panose="0205050205050A020403" charset="0"/>
              </a:rPr>
              <a:t>Impact:</a:t>
            </a:r>
            <a:endParaRPr lang="en-US" sz="2400">
              <a:latin typeface="Adobe Caslon Pro" panose="0205050205050A020403" charset="0"/>
              <a:cs typeface="Adobe Caslon Pro" panose="0205050205050A020403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Increased transparency and reduced fraud.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Enhanced public trust in government services.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More efficient property market.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Positive economic impact.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International recognition and awards.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sp>
        <p:nvSpPr>
          <p:cNvPr id="6" name="Title 5"/>
          <p:cNvSpPr/>
          <p:nvPr>
            <p:ph type="title" idx="4"/>
          </p:nvPr>
        </p:nvSpPr>
        <p:spPr>
          <a:xfrm>
            <a:off x="467360" y="267335"/>
            <a:ext cx="8290560" cy="828040"/>
          </a:xfrm>
        </p:spPr>
        <p:txBody>
          <a:bodyPr/>
          <a:p>
            <a:r>
              <a:rPr lang="en-US"/>
              <a:t>Impact and Success Stories</a:t>
            </a:r>
            <a:endParaRPr lang="en-US"/>
          </a:p>
        </p:txBody>
      </p:sp>
      <p:sp>
        <p:nvSpPr>
          <p:cNvPr id="7" name="Subtitle 6"/>
          <p:cNvSpPr/>
          <p:nvPr>
            <p:ph type="subTitle" idx="5"/>
          </p:nvPr>
        </p:nvSpPr>
        <p:spPr>
          <a:xfrm>
            <a:off x="4852035" y="2140585"/>
            <a:ext cx="4380230" cy="2453005"/>
          </a:xfrm>
        </p:spPr>
        <p:txBody>
          <a:bodyPr/>
          <a:p>
            <a:r>
              <a:rPr lang="en-US" sz="2400">
                <a:latin typeface="Adobe Caslon Pro" panose="0205050205050A020403" charset="0"/>
                <a:cs typeface="Adobe Caslon Pro" panose="0205050205050A020403" charset="0"/>
              </a:rPr>
              <a:t>Success Stories:</a:t>
            </a:r>
            <a:endParaRPr lang="en-US" sz="2400">
              <a:latin typeface="Adobe Caslon Pro" panose="0205050205050A020403" charset="0"/>
              <a:cs typeface="Adobe Caslon Pro" panose="0205050205050A020403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Case studies of successful property transactions.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Testimonials from satisfied users.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Examples of improved administrative processes.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Stories of citizens benefiting from quick access to land information.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>
                <a:latin typeface="Adobe Caslon Pro" panose="0205050205050A020403" charset="0"/>
                <a:cs typeface="Adobe Caslon Pro" panose="0205050205050A020403" charset="0"/>
              </a:rPr>
              <a:t>Business cases highlighting cost savings and efficiency gains.</a:t>
            </a:r>
            <a:endParaRPr lang="en-US" sz="18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sp>
        <p:nvSpPr>
          <p:cNvPr id="252" name="Google Shape;252;p32"/>
          <p:cNvSpPr txBox="1"/>
          <p:nvPr>
            <p:custDataLst>
              <p:tags r:id="rId1"/>
            </p:custDataLst>
          </p:nvPr>
        </p:nvSpPr>
        <p:spPr>
          <a:xfrm>
            <a:off x="-179705" y="52070"/>
            <a:ext cx="1214755" cy="79311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doni Moda"/>
              <a:buNone/>
              <a:defRPr sz="50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8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8"/>
          <p:cNvSpPr/>
          <p:nvPr/>
        </p:nvSpPr>
        <p:spPr>
          <a:xfrm rot="5400000">
            <a:off x="7726950" y="3399402"/>
            <a:ext cx="2783100" cy="11292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29" name="Google Shape;329;p38"/>
          <p:cNvPicPr preferRelativeResize="0"/>
          <p:nvPr/>
        </p:nvPicPr>
        <p:blipFill rotWithShape="1">
          <a:blip r:embed="rId1">
            <a:alphaModFix amt="40000"/>
          </a:blip>
          <a:srcRect l="7996" r="11552" b="4039"/>
          <a:stretch>
            <a:fillRect/>
          </a:stretch>
        </p:blipFill>
        <p:spPr>
          <a:xfrm rot="-825445">
            <a:off x="-844448" y="3091331"/>
            <a:ext cx="3995695" cy="2680888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8"/>
          <p:cNvSpPr txBox="1"/>
          <p:nvPr>
            <p:ph type="title"/>
          </p:nvPr>
        </p:nvSpPr>
        <p:spPr>
          <a:xfrm>
            <a:off x="252920" y="411448"/>
            <a:ext cx="62277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Future Developments</a:t>
            </a:r>
            <a:endParaRPr lang="en-GB" sz="3200"/>
          </a:p>
        </p:txBody>
      </p:sp>
      <p:sp>
        <p:nvSpPr>
          <p:cNvPr id="331" name="Google Shape;331;p38"/>
          <p:cNvSpPr txBox="1"/>
          <p:nvPr>
            <p:ph type="subTitle" idx="1"/>
          </p:nvPr>
        </p:nvSpPr>
        <p:spPr>
          <a:xfrm>
            <a:off x="433705" y="2498725"/>
            <a:ext cx="4998085" cy="31032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dobe Caslon Pro" panose="0205050205050A020403" charset="0"/>
                <a:cs typeface="Adobe Caslon Pro" panose="0205050205050A020403" charset="0"/>
              </a:rPr>
              <a:t>Future Plans:</a:t>
            </a:r>
            <a:endParaRPr lang="en-GB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Continuous system upgrades.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Expansion of features and services.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Greater integration with other e-services.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Enhanced user interface.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</a:rPr>
              <a:t>Broader international collaboration.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pic>
        <p:nvPicPr>
          <p:cNvPr id="332" name="Google Shape;332;p38"/>
          <p:cNvPicPr preferRelativeResize="0"/>
          <p:nvPr/>
        </p:nvPicPr>
        <p:blipFill rotWithShape="1">
          <a:blip r:embed="rId2">
            <a:alphaModFix amt="50000"/>
          </a:blip>
          <a:srcRect l="3038" t="3494" r="35825" b="4058"/>
          <a:stretch>
            <a:fillRect/>
          </a:stretch>
        </p:blipFill>
        <p:spPr>
          <a:xfrm>
            <a:off x="-531763" y="698863"/>
            <a:ext cx="1782125" cy="151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8"/>
          <p:cNvPicPr preferRelativeResize="0"/>
          <p:nvPr/>
        </p:nvPicPr>
        <p:blipFill rotWithShape="1">
          <a:blip r:embed="rId3"/>
          <a:srcRect l="27123" t="1903" r="22404"/>
          <a:stretch>
            <a:fillRect/>
          </a:stretch>
        </p:blipFill>
        <p:spPr>
          <a:xfrm rot="507416">
            <a:off x="7501741" y="3348175"/>
            <a:ext cx="1729118" cy="1890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8"/>
          <p:cNvPicPr preferRelativeResize="0"/>
          <p:nvPr/>
        </p:nvPicPr>
        <p:blipFill rotWithShape="1">
          <a:blip r:embed="rId4"/>
          <a:srcRect t="6091" r="10754" b="16502"/>
          <a:stretch>
            <a:fillRect/>
          </a:stretch>
        </p:blipFill>
        <p:spPr>
          <a:xfrm rot="8100007" flipH="1">
            <a:off x="-83455" y="300126"/>
            <a:ext cx="1609308" cy="7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" name="Text Box 0"/>
          <p:cNvSpPr txBox="1"/>
          <p:nvPr/>
        </p:nvSpPr>
        <p:spPr>
          <a:xfrm>
            <a:off x="3134360" y="1203325"/>
            <a:ext cx="542163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dobe Caslon Pro" panose="0205050205050A020403" charset="0"/>
                <a:cs typeface="Adobe Caslon Pro" panose="0205050205050A020403" charset="0"/>
                <a:sym typeface="+mn-ea"/>
              </a:rPr>
              <a:t>Innovation:</a:t>
            </a:r>
            <a:endParaRPr lang="en-GB" sz="24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  <a:sym typeface="+mn-ea"/>
              </a:rPr>
              <a:t>Incorporating AI and machine learning for predictive analytics.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  <a:sym typeface="+mn-ea"/>
              </a:rPr>
              <a:t>Enhancing user interface for better accessibility.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  <a:sym typeface="+mn-ea"/>
              </a:rPr>
              <a:t>Exploring new technologies like IoT for land management.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  <a:sym typeface="+mn-ea"/>
              </a:rPr>
              <a:t>Ongoing research and development.</a:t>
            </a:r>
            <a:endParaRPr lang="en-GB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>
                <a:latin typeface="Adobe Caslon Pro" panose="0205050205050A020403" charset="0"/>
                <a:cs typeface="Adobe Caslon Pro" panose="0205050205050A020403" charset="0"/>
                <a:sym typeface="+mn-ea"/>
              </a:rPr>
              <a:t>Commitment to staying at the forefront of digital innovation</a:t>
            </a:r>
            <a:r>
              <a:rPr lang="en-GB">
                <a:latin typeface="Adobe Caslon Pro" panose="0205050205050A020403" charset="0"/>
                <a:cs typeface="Adobe Caslon Pro" panose="0205050205050A020403" charset="0"/>
                <a:sym typeface="+mn-ea"/>
              </a:rPr>
              <a:t>.</a:t>
            </a:r>
            <a:endParaRPr lang="en-GB">
              <a:latin typeface="Adobe Caslon Pro" panose="0205050205050A020403" charset="0"/>
              <a:cs typeface="Adobe Caslon Pro" panose="0205050205050A020403" charset="0"/>
              <a:sym typeface="+mn-ea"/>
            </a:endParaRPr>
          </a:p>
        </p:txBody>
      </p:sp>
      <p:sp>
        <p:nvSpPr>
          <p:cNvPr id="252" name="Google Shape;252;p32"/>
          <p:cNvSpPr txBox="1"/>
          <p:nvPr>
            <p:custDataLst>
              <p:tags r:id="rId5"/>
            </p:custDataLst>
          </p:nvPr>
        </p:nvSpPr>
        <p:spPr>
          <a:xfrm>
            <a:off x="1031875" y="266700"/>
            <a:ext cx="1129030" cy="79311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doni Moda"/>
              <a:buNone/>
              <a:defRPr sz="5000" b="1" i="0" u="none" strike="noStrike" cap="non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9</a:t>
            </a:r>
            <a:endParaRPr lang="en-US" alt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2"/>
          <p:cNvPicPr preferRelativeResize="0"/>
          <p:nvPr/>
        </p:nvPicPr>
        <p:blipFill rotWithShape="1">
          <a:blip r:embed="rId1"/>
          <a:srcRect l="27123" t="1903" r="22404"/>
          <a:stretch>
            <a:fillRect/>
          </a:stretch>
        </p:blipFill>
        <p:spPr>
          <a:xfrm rot="-9129455">
            <a:off x="160061" y="188083"/>
            <a:ext cx="1611773" cy="1762183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2"/>
          <p:cNvSpPr txBox="1"/>
          <p:nvPr>
            <p:ph type="title"/>
          </p:nvPr>
        </p:nvSpPr>
        <p:spPr>
          <a:xfrm>
            <a:off x="179260" y="411205"/>
            <a:ext cx="7713600" cy="107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 lang="en-GB"/>
          </a:p>
        </p:txBody>
      </p:sp>
      <p:sp>
        <p:nvSpPr>
          <p:cNvPr id="388" name="Google Shape;388;p42"/>
          <p:cNvSpPr/>
          <p:nvPr/>
        </p:nvSpPr>
        <p:spPr>
          <a:xfrm>
            <a:off x="7628475" y="495200"/>
            <a:ext cx="843000" cy="843000"/>
          </a:xfrm>
          <a:prstGeom prst="star24">
            <a:avLst>
              <a:gd name="adj" fmla="val 1265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89" name="Google Shape;389;p42"/>
          <p:cNvPicPr preferRelativeResize="0"/>
          <p:nvPr/>
        </p:nvPicPr>
        <p:blipFill rotWithShape="1">
          <a:blip r:embed="rId2"/>
          <a:srcRect t="6091" r="10754" b="16502"/>
          <a:stretch>
            <a:fillRect/>
          </a:stretch>
        </p:blipFill>
        <p:spPr>
          <a:xfrm rot="-3450911">
            <a:off x="7587120" y="3846676"/>
            <a:ext cx="1609310" cy="7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" name="Text Box 0"/>
          <p:cNvSpPr txBox="1"/>
          <p:nvPr/>
        </p:nvSpPr>
        <p:spPr>
          <a:xfrm>
            <a:off x="1254125" y="1570990"/>
            <a:ext cx="5857875" cy="296354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2400">
                <a:latin typeface="Adobe Caslon Pro" panose="0205050205050A020403" charset="0"/>
                <a:cs typeface="Adobe Caslon Pro" panose="0205050205050A020403" charset="0"/>
              </a:rPr>
              <a:t>Summary:</a:t>
            </a:r>
            <a:endParaRPr lang="en-US" altLang="zh-CN" sz="24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Adobe Caslon Pro" panose="0205050205050A020403" charset="0"/>
                <a:cs typeface="Adobe Caslon Pro" panose="0205050205050A020403" charset="0"/>
              </a:rPr>
              <a:t>E-Land Register is a cornerstone of Estonia’s digital transformation.</a:t>
            </a:r>
            <a:endParaRPr lang="en-US" altLang="zh-CN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Adobe Caslon Pro" panose="0205050205050A020403" charset="0"/>
                <a:cs typeface="Adobe Caslon Pro" panose="0205050205050A020403" charset="0"/>
              </a:rPr>
              <a:t>Significant benefits across all sectors.</a:t>
            </a:r>
            <a:endParaRPr lang="en-US" altLang="zh-CN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Adobe Caslon Pro" panose="0205050205050A020403" charset="0"/>
                <a:cs typeface="Adobe Caslon Pro" panose="0205050205050A020403" charset="0"/>
              </a:rPr>
              <a:t>Promotes transparency, efficiency, and trust.</a:t>
            </a:r>
            <a:endParaRPr lang="en-US" altLang="zh-CN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Adobe Caslon Pro" panose="0205050205050A020403" charset="0"/>
                <a:cs typeface="Adobe Caslon Pro" panose="0205050205050A020403" charset="0"/>
              </a:rPr>
              <a:t>Recognized as a model for other countries.</a:t>
            </a:r>
            <a:endParaRPr lang="en-US" altLang="zh-CN" sz="1800">
              <a:latin typeface="Adobe Caslon Pro" panose="0205050205050A020403" charset="0"/>
              <a:cs typeface="Adobe Caslon Pro" panose="0205050205050A0204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Adobe Caslon Pro" panose="0205050205050A020403" charset="0"/>
                <a:cs typeface="Adobe Caslon Pro" panose="0205050205050A020403" charset="0"/>
              </a:rPr>
              <a:t>Continuous improvement and future potential.</a:t>
            </a:r>
            <a:endParaRPr lang="en-US" altLang="zh-CN" sz="1800">
              <a:latin typeface="Adobe Caslon Pro" panose="0205050205050A020403" charset="0"/>
              <a:cs typeface="Adobe Caslon Pro" panose="0205050205050A020403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9"/>
          <p:cNvPicPr preferRelativeResize="0"/>
          <p:nvPr/>
        </p:nvPicPr>
        <p:blipFill>
          <a:blip r:embed="rId1">
            <a:alphaModFix amt="83000"/>
          </a:blip>
          <a:stretch>
            <a:fillRect/>
          </a:stretch>
        </p:blipFill>
        <p:spPr>
          <a:xfrm>
            <a:off x="2508973" y="2972250"/>
            <a:ext cx="3543302" cy="1636251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 lang="en-GB"/>
          </a:p>
        </p:txBody>
      </p:sp>
      <p:sp>
        <p:nvSpPr>
          <p:cNvPr id="544" name="Google Shape;544;p49"/>
          <p:cNvSpPr txBox="1"/>
          <p:nvPr>
            <p:ph type="body" idx="1"/>
          </p:nvPr>
        </p:nvSpPr>
        <p:spPr>
          <a:xfrm>
            <a:off x="683260" y="1414145"/>
            <a:ext cx="7703820" cy="23660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</a:pPr>
            <a:r>
              <a:rPr lang="en-US" altLang="en-GB" sz="2000">
                <a:latin typeface="Adobe Caslon Pro" panose="0205050205050A020403" charset="0"/>
                <a:cs typeface="Adobe Caslon Pro" panose="0205050205050A020403" charset="0"/>
              </a:rPr>
              <a:t>Official </a:t>
            </a:r>
            <a:r>
              <a:rPr lang="en-GB" sz="2000">
                <a:latin typeface="Adobe Caslon Pro" panose="0205050205050A020403" charset="0"/>
                <a:cs typeface="Adobe Caslon Pro" panose="0205050205050A020403" charset="0"/>
              </a:rPr>
              <a:t>Cite</a:t>
            </a:r>
            <a:r>
              <a:rPr lang="en-US" altLang="en-GB" sz="2000">
                <a:latin typeface="Adobe Caslon Pro" panose="0205050205050A020403" charset="0"/>
                <a:cs typeface="Adobe Caslon Pro" panose="0205050205050A020403" charset="0"/>
              </a:rPr>
              <a:t> of governmnet of Estonia </a:t>
            </a:r>
            <a:endParaRPr lang="en-GB" sz="20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</a:pPr>
            <a:r>
              <a:rPr lang="en-US" altLang="en-GB" sz="2000">
                <a:latin typeface="Adobe Caslon Pro" panose="0205050205050A020403" charset="0"/>
                <a:cs typeface="Adobe Caslon Pro" panose="0205050205050A020403" charset="0"/>
              </a:rPr>
              <a:t>O</a:t>
            </a:r>
            <a:r>
              <a:rPr lang="en-GB" sz="2000">
                <a:latin typeface="Adobe Caslon Pro" panose="0205050205050A020403" charset="0"/>
                <a:cs typeface="Adobe Caslon Pro" panose="0205050205050A020403" charset="0"/>
              </a:rPr>
              <a:t>fficial reports and articles.</a:t>
            </a:r>
            <a:endParaRPr lang="en-GB" sz="20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</a:pPr>
            <a:r>
              <a:rPr lang="en-US" altLang="en-GB" sz="2000">
                <a:latin typeface="Adobe Caslon Pro" panose="0205050205050A020403" charset="0"/>
                <a:cs typeface="Adobe Caslon Pro" panose="0205050205050A020403" charset="0"/>
              </a:rPr>
              <a:t>AI tools</a:t>
            </a:r>
            <a:endParaRPr lang="en-US" altLang="en-GB" sz="2000">
              <a:latin typeface="Adobe Caslon Pro" panose="0205050205050A020403" charset="0"/>
              <a:cs typeface="Adobe Caslon Pro" panose="0205050205050A020403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</a:pPr>
            <a:r>
              <a:rPr lang="en-US" altLang="en-GB" sz="2000">
                <a:latin typeface="Adobe Caslon Pro" panose="0205050205050A020403" charset="0"/>
                <a:cs typeface="Adobe Caslon Pro" panose="0205050205050A020403" charset="0"/>
              </a:rPr>
              <a:t>Articals and news updates </a:t>
            </a:r>
            <a:endParaRPr lang="en-US" altLang="en-GB" sz="2000">
              <a:latin typeface="Adobe Caslon Pro" panose="0205050205050A020403" charset="0"/>
              <a:cs typeface="Adobe Caslon Pro" panose="0205050205050A020403" charset="0"/>
            </a:endParaRPr>
          </a:p>
        </p:txBody>
      </p:sp>
      <p:pic>
        <p:nvPicPr>
          <p:cNvPr id="545" name="Google Shape;545;p49"/>
          <p:cNvPicPr preferRelativeResize="0"/>
          <p:nvPr/>
        </p:nvPicPr>
        <p:blipFill rotWithShape="1">
          <a:blip r:embed="rId2"/>
          <a:srcRect r="30824"/>
          <a:stretch>
            <a:fillRect/>
          </a:stretch>
        </p:blipFill>
        <p:spPr>
          <a:xfrm>
            <a:off x="1105775" y="2972249"/>
            <a:ext cx="2012256" cy="1636251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9"/>
          <p:cNvSpPr/>
          <p:nvPr/>
        </p:nvSpPr>
        <p:spPr>
          <a:xfrm>
            <a:off x="6128575" y="3780000"/>
            <a:ext cx="740700" cy="740400"/>
          </a:xfrm>
          <a:prstGeom prst="star8">
            <a:avLst>
              <a:gd name="adj" fmla="val 10884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47" name="Google Shape;547;p49"/>
          <p:cNvGrpSpPr/>
          <p:nvPr/>
        </p:nvGrpSpPr>
        <p:grpSpPr>
          <a:xfrm>
            <a:off x="6907435" y="3405520"/>
            <a:ext cx="981210" cy="980900"/>
            <a:chOff x="6869280" y="2433805"/>
            <a:chExt cx="1112736" cy="1112384"/>
          </a:xfrm>
        </p:grpSpPr>
        <p:sp>
          <p:nvSpPr>
            <p:cNvPr id="548" name="Google Shape;548;p49"/>
            <p:cNvSpPr/>
            <p:nvPr/>
          </p:nvSpPr>
          <p:spPr>
            <a:xfrm>
              <a:off x="7418637" y="2433805"/>
              <a:ext cx="14003" cy="1112384"/>
            </a:xfrm>
            <a:custGeom>
              <a:avLst/>
              <a:gdLst/>
              <a:ahLst/>
              <a:cxnLst/>
              <a:rect l="l" t="t" r="r" b="b"/>
              <a:pathLst>
                <a:path w="757" h="60137" extrusionOk="0">
                  <a:moveTo>
                    <a:pt x="379" y="0"/>
                  </a:moveTo>
                  <a:cubicBezTo>
                    <a:pt x="240" y="5013"/>
                    <a:pt x="140" y="10006"/>
                    <a:pt x="80" y="15019"/>
                  </a:cubicBezTo>
                  <a:cubicBezTo>
                    <a:pt x="61" y="17526"/>
                    <a:pt x="41" y="20032"/>
                    <a:pt x="21" y="22539"/>
                  </a:cubicBezTo>
                  <a:lnTo>
                    <a:pt x="1" y="30058"/>
                  </a:lnTo>
                  <a:lnTo>
                    <a:pt x="21" y="37578"/>
                  </a:lnTo>
                  <a:cubicBezTo>
                    <a:pt x="41" y="40084"/>
                    <a:pt x="61" y="42591"/>
                    <a:pt x="80" y="45097"/>
                  </a:cubicBezTo>
                  <a:cubicBezTo>
                    <a:pt x="140" y="50110"/>
                    <a:pt x="240" y="55123"/>
                    <a:pt x="379" y="60136"/>
                  </a:cubicBezTo>
                  <a:cubicBezTo>
                    <a:pt x="518" y="55123"/>
                    <a:pt x="618" y="50110"/>
                    <a:pt x="677" y="45097"/>
                  </a:cubicBezTo>
                  <a:cubicBezTo>
                    <a:pt x="697" y="42591"/>
                    <a:pt x="717" y="40084"/>
                    <a:pt x="737" y="37578"/>
                  </a:cubicBezTo>
                  <a:lnTo>
                    <a:pt x="757" y="30058"/>
                  </a:lnTo>
                  <a:lnTo>
                    <a:pt x="737" y="22539"/>
                  </a:lnTo>
                  <a:cubicBezTo>
                    <a:pt x="717" y="20032"/>
                    <a:pt x="697" y="17526"/>
                    <a:pt x="677" y="15019"/>
                  </a:cubicBezTo>
                  <a:cubicBezTo>
                    <a:pt x="618" y="10006"/>
                    <a:pt x="518" y="5013"/>
                    <a:pt x="3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549;p49"/>
            <p:cNvSpPr/>
            <p:nvPr/>
          </p:nvSpPr>
          <p:spPr>
            <a:xfrm>
              <a:off x="7328869" y="2441889"/>
              <a:ext cx="193558" cy="1095829"/>
            </a:xfrm>
            <a:custGeom>
              <a:avLst/>
              <a:gdLst/>
              <a:ahLst/>
              <a:cxnLst/>
              <a:rect l="l" t="t" r="r" b="b"/>
              <a:pathLst>
                <a:path w="10464" h="59242" extrusionOk="0">
                  <a:moveTo>
                    <a:pt x="0" y="59242"/>
                  </a:moveTo>
                  <a:lnTo>
                    <a:pt x="10464" y="1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" name="Google Shape;550;p49"/>
            <p:cNvSpPr/>
            <p:nvPr/>
          </p:nvSpPr>
          <p:spPr>
            <a:xfrm>
              <a:off x="7328869" y="2441889"/>
              <a:ext cx="193188" cy="1095829"/>
            </a:xfrm>
            <a:custGeom>
              <a:avLst/>
              <a:gdLst/>
              <a:ahLst/>
              <a:cxnLst/>
              <a:rect l="l" t="t" r="r" b="b"/>
              <a:pathLst>
                <a:path w="10444" h="59242" extrusionOk="0">
                  <a:moveTo>
                    <a:pt x="10444" y="1"/>
                  </a:moveTo>
                  <a:cubicBezTo>
                    <a:pt x="9449" y="4914"/>
                    <a:pt x="8474" y="9828"/>
                    <a:pt x="7559" y="14761"/>
                  </a:cubicBezTo>
                  <a:cubicBezTo>
                    <a:pt x="7082" y="17228"/>
                    <a:pt x="6644" y="19695"/>
                    <a:pt x="6187" y="22161"/>
                  </a:cubicBezTo>
                  <a:lnTo>
                    <a:pt x="4854" y="29562"/>
                  </a:lnTo>
                  <a:lnTo>
                    <a:pt x="3581" y="36962"/>
                  </a:lnTo>
                  <a:cubicBezTo>
                    <a:pt x="3163" y="39428"/>
                    <a:pt x="2725" y="41915"/>
                    <a:pt x="2328" y="44382"/>
                  </a:cubicBezTo>
                  <a:cubicBezTo>
                    <a:pt x="1512" y="49315"/>
                    <a:pt x="736" y="54268"/>
                    <a:pt x="0" y="59242"/>
                  </a:cubicBezTo>
                  <a:cubicBezTo>
                    <a:pt x="1015" y="54328"/>
                    <a:pt x="1989" y="49414"/>
                    <a:pt x="2904" y="44481"/>
                  </a:cubicBezTo>
                  <a:cubicBezTo>
                    <a:pt x="3382" y="42014"/>
                    <a:pt x="3819" y="39548"/>
                    <a:pt x="4277" y="37081"/>
                  </a:cubicBezTo>
                  <a:lnTo>
                    <a:pt x="5590" y="29681"/>
                  </a:lnTo>
                  <a:lnTo>
                    <a:pt x="6883" y="22281"/>
                  </a:lnTo>
                  <a:cubicBezTo>
                    <a:pt x="7301" y="19814"/>
                    <a:pt x="7718" y="17347"/>
                    <a:pt x="8136" y="14861"/>
                  </a:cubicBezTo>
                  <a:cubicBezTo>
                    <a:pt x="8952" y="9927"/>
                    <a:pt x="9728" y="4974"/>
                    <a:pt x="104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" name="Google Shape;551;p49"/>
            <p:cNvSpPr/>
            <p:nvPr/>
          </p:nvSpPr>
          <p:spPr>
            <a:xfrm>
              <a:off x="7235401" y="2466916"/>
              <a:ext cx="380494" cy="1045775"/>
            </a:xfrm>
            <a:custGeom>
              <a:avLst/>
              <a:gdLst/>
              <a:ahLst/>
              <a:cxnLst/>
              <a:rect l="l" t="t" r="r" b="b"/>
              <a:pathLst>
                <a:path w="20570" h="56536" extrusionOk="0">
                  <a:moveTo>
                    <a:pt x="0" y="56536"/>
                  </a:moveTo>
                  <a:lnTo>
                    <a:pt x="20569" y="1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" name="Google Shape;552;p49"/>
            <p:cNvSpPr/>
            <p:nvPr/>
          </p:nvSpPr>
          <p:spPr>
            <a:xfrm>
              <a:off x="7235401" y="2466916"/>
              <a:ext cx="380494" cy="1045775"/>
            </a:xfrm>
            <a:custGeom>
              <a:avLst/>
              <a:gdLst/>
              <a:ahLst/>
              <a:cxnLst/>
              <a:rect l="l" t="t" r="r" b="b"/>
              <a:pathLst>
                <a:path w="20570" h="56536" extrusionOk="0">
                  <a:moveTo>
                    <a:pt x="20569" y="1"/>
                  </a:moveTo>
                  <a:cubicBezTo>
                    <a:pt x="18719" y="4675"/>
                    <a:pt x="16909" y="9350"/>
                    <a:pt x="15159" y="14045"/>
                  </a:cubicBezTo>
                  <a:cubicBezTo>
                    <a:pt x="14263" y="16392"/>
                    <a:pt x="13408" y="18740"/>
                    <a:pt x="12513" y="21087"/>
                  </a:cubicBezTo>
                  <a:lnTo>
                    <a:pt x="9927" y="28149"/>
                  </a:lnTo>
                  <a:lnTo>
                    <a:pt x="7381" y="35211"/>
                  </a:lnTo>
                  <a:cubicBezTo>
                    <a:pt x="6545" y="37578"/>
                    <a:pt x="5690" y="39925"/>
                    <a:pt x="4874" y="42293"/>
                  </a:cubicBezTo>
                  <a:cubicBezTo>
                    <a:pt x="3203" y="47027"/>
                    <a:pt x="1572" y="51762"/>
                    <a:pt x="0" y="56536"/>
                  </a:cubicBezTo>
                  <a:cubicBezTo>
                    <a:pt x="1850" y="51861"/>
                    <a:pt x="3641" y="47186"/>
                    <a:pt x="5411" y="42492"/>
                  </a:cubicBezTo>
                  <a:cubicBezTo>
                    <a:pt x="6306" y="40144"/>
                    <a:pt x="7162" y="37797"/>
                    <a:pt x="8037" y="35450"/>
                  </a:cubicBezTo>
                  <a:lnTo>
                    <a:pt x="10623" y="28407"/>
                  </a:lnTo>
                  <a:lnTo>
                    <a:pt x="13189" y="21326"/>
                  </a:lnTo>
                  <a:cubicBezTo>
                    <a:pt x="14025" y="18958"/>
                    <a:pt x="14880" y="16611"/>
                    <a:pt x="15696" y="14244"/>
                  </a:cubicBezTo>
                  <a:cubicBezTo>
                    <a:pt x="17367" y="9509"/>
                    <a:pt x="18998" y="4775"/>
                    <a:pt x="205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" name="Google Shape;553;p49"/>
            <p:cNvSpPr/>
            <p:nvPr/>
          </p:nvSpPr>
          <p:spPr>
            <a:xfrm>
              <a:off x="7147446" y="2508128"/>
              <a:ext cx="556386" cy="963350"/>
            </a:xfrm>
            <a:custGeom>
              <a:avLst/>
              <a:gdLst/>
              <a:ahLst/>
              <a:cxnLst/>
              <a:rect l="l" t="t" r="r" b="b"/>
              <a:pathLst>
                <a:path w="30079" h="52080" extrusionOk="0">
                  <a:moveTo>
                    <a:pt x="1" y="52080"/>
                  </a:moveTo>
                  <a:lnTo>
                    <a:pt x="30079" y="1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" name="Google Shape;554;p49"/>
            <p:cNvSpPr/>
            <p:nvPr/>
          </p:nvSpPr>
          <p:spPr>
            <a:xfrm>
              <a:off x="7147446" y="2508128"/>
              <a:ext cx="556386" cy="963350"/>
            </a:xfrm>
            <a:custGeom>
              <a:avLst/>
              <a:gdLst/>
              <a:ahLst/>
              <a:cxnLst/>
              <a:rect l="l" t="t" r="r" b="b"/>
              <a:pathLst>
                <a:path w="30079" h="52080" extrusionOk="0">
                  <a:moveTo>
                    <a:pt x="30079" y="1"/>
                  </a:moveTo>
                  <a:lnTo>
                    <a:pt x="30079" y="1"/>
                  </a:lnTo>
                  <a:cubicBezTo>
                    <a:pt x="27453" y="4258"/>
                    <a:pt x="24867" y="8555"/>
                    <a:pt x="22301" y="12871"/>
                  </a:cubicBezTo>
                  <a:cubicBezTo>
                    <a:pt x="21028" y="15020"/>
                    <a:pt x="19774" y="17188"/>
                    <a:pt x="18501" y="19356"/>
                  </a:cubicBezTo>
                  <a:lnTo>
                    <a:pt x="14722" y="25861"/>
                  </a:lnTo>
                  <a:lnTo>
                    <a:pt x="10982" y="32386"/>
                  </a:lnTo>
                  <a:cubicBezTo>
                    <a:pt x="9748" y="34554"/>
                    <a:pt x="8495" y="36723"/>
                    <a:pt x="7282" y="38911"/>
                  </a:cubicBezTo>
                  <a:cubicBezTo>
                    <a:pt x="4815" y="43287"/>
                    <a:pt x="2388" y="47664"/>
                    <a:pt x="1" y="52080"/>
                  </a:cubicBezTo>
                  <a:cubicBezTo>
                    <a:pt x="2647" y="47823"/>
                    <a:pt x="5233" y="43526"/>
                    <a:pt x="7779" y="39209"/>
                  </a:cubicBezTo>
                  <a:cubicBezTo>
                    <a:pt x="9052" y="37061"/>
                    <a:pt x="10325" y="34892"/>
                    <a:pt x="11598" y="32724"/>
                  </a:cubicBezTo>
                  <a:lnTo>
                    <a:pt x="15358" y="26219"/>
                  </a:lnTo>
                  <a:lnTo>
                    <a:pt x="19118" y="19714"/>
                  </a:lnTo>
                  <a:cubicBezTo>
                    <a:pt x="20351" y="17526"/>
                    <a:pt x="21585" y="15358"/>
                    <a:pt x="22818" y="13170"/>
                  </a:cubicBezTo>
                  <a:cubicBezTo>
                    <a:pt x="25285" y="8793"/>
                    <a:pt x="27692" y="4417"/>
                    <a:pt x="300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" name="Google Shape;555;p49"/>
            <p:cNvSpPr/>
            <p:nvPr/>
          </p:nvSpPr>
          <p:spPr>
            <a:xfrm>
              <a:off x="7067980" y="2563695"/>
              <a:ext cx="715335" cy="852235"/>
            </a:xfrm>
            <a:custGeom>
              <a:avLst/>
              <a:gdLst/>
              <a:ahLst/>
              <a:cxnLst/>
              <a:rect l="l" t="t" r="r" b="b"/>
              <a:pathLst>
                <a:path w="38672" h="46073" extrusionOk="0">
                  <a:moveTo>
                    <a:pt x="0" y="46072"/>
                  </a:moveTo>
                  <a:lnTo>
                    <a:pt x="38672" y="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" name="Google Shape;556;p49"/>
            <p:cNvSpPr/>
            <p:nvPr/>
          </p:nvSpPr>
          <p:spPr>
            <a:xfrm>
              <a:off x="7067980" y="2563695"/>
              <a:ext cx="715335" cy="852235"/>
            </a:xfrm>
            <a:custGeom>
              <a:avLst/>
              <a:gdLst/>
              <a:ahLst/>
              <a:cxnLst/>
              <a:rect l="l" t="t" r="r" b="b"/>
              <a:pathLst>
                <a:path w="38672" h="46073" extrusionOk="0">
                  <a:moveTo>
                    <a:pt x="38672" y="0"/>
                  </a:moveTo>
                  <a:lnTo>
                    <a:pt x="38672" y="0"/>
                  </a:lnTo>
                  <a:cubicBezTo>
                    <a:pt x="35330" y="3760"/>
                    <a:pt x="32047" y="7520"/>
                    <a:pt x="28785" y="11339"/>
                  </a:cubicBezTo>
                  <a:cubicBezTo>
                    <a:pt x="27134" y="13229"/>
                    <a:pt x="25522" y="15139"/>
                    <a:pt x="23891" y="17049"/>
                  </a:cubicBezTo>
                  <a:lnTo>
                    <a:pt x="19057" y="22798"/>
                  </a:lnTo>
                  <a:lnTo>
                    <a:pt x="14243" y="28566"/>
                  </a:lnTo>
                  <a:cubicBezTo>
                    <a:pt x="12632" y="30496"/>
                    <a:pt x="11041" y="32426"/>
                    <a:pt x="9449" y="34375"/>
                  </a:cubicBezTo>
                  <a:cubicBezTo>
                    <a:pt x="6266" y="38234"/>
                    <a:pt x="3123" y="42133"/>
                    <a:pt x="0" y="46072"/>
                  </a:cubicBezTo>
                  <a:lnTo>
                    <a:pt x="20" y="46072"/>
                  </a:lnTo>
                  <a:cubicBezTo>
                    <a:pt x="3342" y="42332"/>
                    <a:pt x="6644" y="38553"/>
                    <a:pt x="9907" y="34753"/>
                  </a:cubicBezTo>
                  <a:cubicBezTo>
                    <a:pt x="11538" y="32843"/>
                    <a:pt x="13149" y="30934"/>
                    <a:pt x="14780" y="29024"/>
                  </a:cubicBezTo>
                  <a:lnTo>
                    <a:pt x="19634" y="23275"/>
                  </a:lnTo>
                  <a:lnTo>
                    <a:pt x="24448" y="17506"/>
                  </a:lnTo>
                  <a:cubicBezTo>
                    <a:pt x="26040" y="15576"/>
                    <a:pt x="27651" y="13647"/>
                    <a:pt x="29223" y="11717"/>
                  </a:cubicBezTo>
                  <a:cubicBezTo>
                    <a:pt x="32405" y="7838"/>
                    <a:pt x="35568" y="3939"/>
                    <a:pt x="386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557;p49"/>
            <p:cNvSpPr/>
            <p:nvPr/>
          </p:nvSpPr>
          <p:spPr>
            <a:xfrm>
              <a:off x="6999540" y="2632135"/>
              <a:ext cx="852217" cy="715335"/>
            </a:xfrm>
            <a:custGeom>
              <a:avLst/>
              <a:gdLst/>
              <a:ahLst/>
              <a:cxnLst/>
              <a:rect l="l" t="t" r="r" b="b"/>
              <a:pathLst>
                <a:path w="46072" h="38672" extrusionOk="0">
                  <a:moveTo>
                    <a:pt x="0" y="38672"/>
                  </a:moveTo>
                  <a:lnTo>
                    <a:pt x="46072" y="1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" name="Google Shape;558;p49"/>
            <p:cNvSpPr/>
            <p:nvPr/>
          </p:nvSpPr>
          <p:spPr>
            <a:xfrm>
              <a:off x="6999540" y="2632135"/>
              <a:ext cx="852217" cy="715335"/>
            </a:xfrm>
            <a:custGeom>
              <a:avLst/>
              <a:gdLst/>
              <a:ahLst/>
              <a:cxnLst/>
              <a:rect l="l" t="t" r="r" b="b"/>
              <a:pathLst>
                <a:path w="46072" h="38672" extrusionOk="0">
                  <a:moveTo>
                    <a:pt x="46072" y="1"/>
                  </a:moveTo>
                  <a:lnTo>
                    <a:pt x="46072" y="1"/>
                  </a:lnTo>
                  <a:cubicBezTo>
                    <a:pt x="42133" y="3124"/>
                    <a:pt x="38234" y="6267"/>
                    <a:pt x="34375" y="9450"/>
                  </a:cubicBezTo>
                  <a:cubicBezTo>
                    <a:pt x="32425" y="11041"/>
                    <a:pt x="30496" y="12632"/>
                    <a:pt x="28566" y="14244"/>
                  </a:cubicBezTo>
                  <a:lnTo>
                    <a:pt x="22797" y="19058"/>
                  </a:lnTo>
                  <a:lnTo>
                    <a:pt x="17048" y="23892"/>
                  </a:lnTo>
                  <a:cubicBezTo>
                    <a:pt x="15138" y="25523"/>
                    <a:pt x="13229" y="27154"/>
                    <a:pt x="11339" y="28785"/>
                  </a:cubicBezTo>
                  <a:cubicBezTo>
                    <a:pt x="7520" y="32048"/>
                    <a:pt x="3740" y="35330"/>
                    <a:pt x="0" y="38672"/>
                  </a:cubicBezTo>
                  <a:cubicBezTo>
                    <a:pt x="3939" y="35569"/>
                    <a:pt x="7838" y="32406"/>
                    <a:pt x="11697" y="29223"/>
                  </a:cubicBezTo>
                  <a:cubicBezTo>
                    <a:pt x="13647" y="27651"/>
                    <a:pt x="15576" y="26040"/>
                    <a:pt x="17506" y="24449"/>
                  </a:cubicBezTo>
                  <a:lnTo>
                    <a:pt x="23275" y="19635"/>
                  </a:lnTo>
                  <a:lnTo>
                    <a:pt x="29024" y="14781"/>
                  </a:lnTo>
                  <a:cubicBezTo>
                    <a:pt x="30933" y="13150"/>
                    <a:pt x="32843" y="11538"/>
                    <a:pt x="34733" y="9907"/>
                  </a:cubicBezTo>
                  <a:cubicBezTo>
                    <a:pt x="38552" y="6645"/>
                    <a:pt x="42332" y="3342"/>
                    <a:pt x="460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" name="Google Shape;559;p49"/>
            <p:cNvSpPr/>
            <p:nvPr/>
          </p:nvSpPr>
          <p:spPr>
            <a:xfrm>
              <a:off x="6943973" y="2711619"/>
              <a:ext cx="963350" cy="556386"/>
            </a:xfrm>
            <a:custGeom>
              <a:avLst/>
              <a:gdLst/>
              <a:ahLst/>
              <a:cxnLst/>
              <a:rect l="l" t="t" r="r" b="b"/>
              <a:pathLst>
                <a:path w="52080" h="30079" extrusionOk="0">
                  <a:moveTo>
                    <a:pt x="0" y="30078"/>
                  </a:moveTo>
                  <a:lnTo>
                    <a:pt x="52079" y="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" name="Google Shape;560;p49"/>
            <p:cNvSpPr/>
            <p:nvPr/>
          </p:nvSpPr>
          <p:spPr>
            <a:xfrm>
              <a:off x="6943973" y="2711619"/>
              <a:ext cx="963350" cy="556386"/>
            </a:xfrm>
            <a:custGeom>
              <a:avLst/>
              <a:gdLst/>
              <a:ahLst/>
              <a:cxnLst/>
              <a:rect l="l" t="t" r="r" b="b"/>
              <a:pathLst>
                <a:path w="52080" h="30079" extrusionOk="0">
                  <a:moveTo>
                    <a:pt x="52079" y="0"/>
                  </a:moveTo>
                  <a:lnTo>
                    <a:pt x="52079" y="0"/>
                  </a:lnTo>
                  <a:cubicBezTo>
                    <a:pt x="47663" y="2387"/>
                    <a:pt x="43287" y="4814"/>
                    <a:pt x="38910" y="7281"/>
                  </a:cubicBezTo>
                  <a:cubicBezTo>
                    <a:pt x="36722" y="8495"/>
                    <a:pt x="34554" y="9748"/>
                    <a:pt x="32366" y="10981"/>
                  </a:cubicBezTo>
                  <a:lnTo>
                    <a:pt x="25861" y="14721"/>
                  </a:lnTo>
                  <a:lnTo>
                    <a:pt x="19356" y="18501"/>
                  </a:lnTo>
                  <a:cubicBezTo>
                    <a:pt x="17188" y="19774"/>
                    <a:pt x="15019" y="21027"/>
                    <a:pt x="12871" y="22300"/>
                  </a:cubicBezTo>
                  <a:cubicBezTo>
                    <a:pt x="8554" y="24846"/>
                    <a:pt x="4257" y="27452"/>
                    <a:pt x="0" y="30078"/>
                  </a:cubicBezTo>
                  <a:cubicBezTo>
                    <a:pt x="4417" y="27691"/>
                    <a:pt x="8793" y="25284"/>
                    <a:pt x="13169" y="22817"/>
                  </a:cubicBezTo>
                  <a:cubicBezTo>
                    <a:pt x="15357" y="21584"/>
                    <a:pt x="17526" y="20351"/>
                    <a:pt x="19714" y="19117"/>
                  </a:cubicBezTo>
                  <a:lnTo>
                    <a:pt x="26219" y="15358"/>
                  </a:lnTo>
                  <a:lnTo>
                    <a:pt x="32724" y="11598"/>
                  </a:lnTo>
                  <a:cubicBezTo>
                    <a:pt x="34892" y="10325"/>
                    <a:pt x="37060" y="9052"/>
                    <a:pt x="39209" y="7778"/>
                  </a:cubicBezTo>
                  <a:cubicBezTo>
                    <a:pt x="43526" y="5232"/>
                    <a:pt x="47822" y="2646"/>
                    <a:pt x="520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" name="Google Shape;561;p49"/>
            <p:cNvSpPr/>
            <p:nvPr/>
          </p:nvSpPr>
          <p:spPr>
            <a:xfrm>
              <a:off x="6902761" y="2799556"/>
              <a:ext cx="1045775" cy="380494"/>
            </a:xfrm>
            <a:custGeom>
              <a:avLst/>
              <a:gdLst/>
              <a:ahLst/>
              <a:cxnLst/>
              <a:rect l="l" t="t" r="r" b="b"/>
              <a:pathLst>
                <a:path w="56536" h="20570" extrusionOk="0">
                  <a:moveTo>
                    <a:pt x="0" y="20570"/>
                  </a:moveTo>
                  <a:lnTo>
                    <a:pt x="56535" y="1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" name="Google Shape;562;p49"/>
            <p:cNvSpPr/>
            <p:nvPr/>
          </p:nvSpPr>
          <p:spPr>
            <a:xfrm>
              <a:off x="6902761" y="2799556"/>
              <a:ext cx="1045775" cy="380494"/>
            </a:xfrm>
            <a:custGeom>
              <a:avLst/>
              <a:gdLst/>
              <a:ahLst/>
              <a:cxnLst/>
              <a:rect l="l" t="t" r="r" b="b"/>
              <a:pathLst>
                <a:path w="56536" h="20570" extrusionOk="0">
                  <a:moveTo>
                    <a:pt x="56535" y="1"/>
                  </a:moveTo>
                  <a:cubicBezTo>
                    <a:pt x="51761" y="1572"/>
                    <a:pt x="47027" y="3203"/>
                    <a:pt x="42292" y="4874"/>
                  </a:cubicBezTo>
                  <a:cubicBezTo>
                    <a:pt x="39925" y="5690"/>
                    <a:pt x="37578" y="6545"/>
                    <a:pt x="35210" y="7381"/>
                  </a:cubicBezTo>
                  <a:lnTo>
                    <a:pt x="28149" y="9927"/>
                  </a:lnTo>
                  <a:lnTo>
                    <a:pt x="21087" y="12533"/>
                  </a:lnTo>
                  <a:cubicBezTo>
                    <a:pt x="18739" y="13408"/>
                    <a:pt x="16372" y="14264"/>
                    <a:pt x="14045" y="15159"/>
                  </a:cubicBezTo>
                  <a:cubicBezTo>
                    <a:pt x="9350" y="16910"/>
                    <a:pt x="4675" y="18720"/>
                    <a:pt x="0" y="20570"/>
                  </a:cubicBezTo>
                  <a:cubicBezTo>
                    <a:pt x="4775" y="18998"/>
                    <a:pt x="9509" y="17367"/>
                    <a:pt x="14244" y="15696"/>
                  </a:cubicBezTo>
                  <a:cubicBezTo>
                    <a:pt x="16611" y="14880"/>
                    <a:pt x="18958" y="14025"/>
                    <a:pt x="21325" y="13190"/>
                  </a:cubicBezTo>
                  <a:lnTo>
                    <a:pt x="28387" y="10623"/>
                  </a:lnTo>
                  <a:lnTo>
                    <a:pt x="35449" y="8037"/>
                  </a:lnTo>
                  <a:cubicBezTo>
                    <a:pt x="37796" y="7162"/>
                    <a:pt x="40164" y="6307"/>
                    <a:pt x="42491" y="5412"/>
                  </a:cubicBezTo>
                  <a:cubicBezTo>
                    <a:pt x="47186" y="3661"/>
                    <a:pt x="51861" y="1851"/>
                    <a:pt x="565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" name="Google Shape;563;p49"/>
            <p:cNvSpPr/>
            <p:nvPr/>
          </p:nvSpPr>
          <p:spPr>
            <a:xfrm>
              <a:off x="6877734" y="2893394"/>
              <a:ext cx="1095829" cy="193206"/>
            </a:xfrm>
            <a:custGeom>
              <a:avLst/>
              <a:gdLst/>
              <a:ahLst/>
              <a:cxnLst/>
              <a:rect l="l" t="t" r="r" b="b"/>
              <a:pathLst>
                <a:path w="59242" h="10445" extrusionOk="0">
                  <a:moveTo>
                    <a:pt x="1" y="10444"/>
                  </a:moveTo>
                  <a:lnTo>
                    <a:pt x="59241" y="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564;p49"/>
            <p:cNvSpPr/>
            <p:nvPr/>
          </p:nvSpPr>
          <p:spPr>
            <a:xfrm>
              <a:off x="6877734" y="2893394"/>
              <a:ext cx="1095829" cy="193206"/>
            </a:xfrm>
            <a:custGeom>
              <a:avLst/>
              <a:gdLst/>
              <a:ahLst/>
              <a:cxnLst/>
              <a:rect l="l" t="t" r="r" b="b"/>
              <a:pathLst>
                <a:path w="59242" h="10445" extrusionOk="0">
                  <a:moveTo>
                    <a:pt x="59241" y="0"/>
                  </a:moveTo>
                  <a:lnTo>
                    <a:pt x="59241" y="0"/>
                  </a:lnTo>
                  <a:cubicBezTo>
                    <a:pt x="54268" y="716"/>
                    <a:pt x="49315" y="1492"/>
                    <a:pt x="44381" y="2308"/>
                  </a:cubicBezTo>
                  <a:cubicBezTo>
                    <a:pt x="41895" y="2726"/>
                    <a:pt x="39428" y="3143"/>
                    <a:pt x="36961" y="3561"/>
                  </a:cubicBezTo>
                  <a:lnTo>
                    <a:pt x="29561" y="4854"/>
                  </a:lnTo>
                  <a:lnTo>
                    <a:pt x="22161" y="6167"/>
                  </a:lnTo>
                  <a:cubicBezTo>
                    <a:pt x="19694" y="6625"/>
                    <a:pt x="17228" y="7062"/>
                    <a:pt x="14761" y="7540"/>
                  </a:cubicBezTo>
                  <a:cubicBezTo>
                    <a:pt x="9828" y="8455"/>
                    <a:pt x="4914" y="9429"/>
                    <a:pt x="1" y="10444"/>
                  </a:cubicBezTo>
                  <a:cubicBezTo>
                    <a:pt x="4954" y="9708"/>
                    <a:pt x="9907" y="8932"/>
                    <a:pt x="14860" y="8117"/>
                  </a:cubicBezTo>
                  <a:cubicBezTo>
                    <a:pt x="17327" y="7719"/>
                    <a:pt x="19794" y="7281"/>
                    <a:pt x="22280" y="6863"/>
                  </a:cubicBezTo>
                  <a:lnTo>
                    <a:pt x="29681" y="5590"/>
                  </a:lnTo>
                  <a:lnTo>
                    <a:pt x="37081" y="4257"/>
                  </a:lnTo>
                  <a:cubicBezTo>
                    <a:pt x="39547" y="3800"/>
                    <a:pt x="42014" y="3362"/>
                    <a:pt x="44481" y="2885"/>
                  </a:cubicBezTo>
                  <a:cubicBezTo>
                    <a:pt x="49394" y="1970"/>
                    <a:pt x="54328" y="995"/>
                    <a:pt x="592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" name="Google Shape;565;p49"/>
            <p:cNvSpPr/>
            <p:nvPr/>
          </p:nvSpPr>
          <p:spPr>
            <a:xfrm>
              <a:off x="6869280" y="2989803"/>
              <a:ext cx="1112736" cy="18"/>
            </a:xfrm>
            <a:custGeom>
              <a:avLst/>
              <a:gdLst/>
              <a:ahLst/>
              <a:cxnLst/>
              <a:rect l="l" t="t" r="r" b="b"/>
              <a:pathLst>
                <a:path w="60156" h="1" extrusionOk="0">
                  <a:moveTo>
                    <a:pt x="0" y="0"/>
                  </a:moveTo>
                  <a:lnTo>
                    <a:pt x="60156" y="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" name="Google Shape;566;p49"/>
            <p:cNvSpPr/>
            <p:nvPr/>
          </p:nvSpPr>
          <p:spPr>
            <a:xfrm>
              <a:off x="6869280" y="2982811"/>
              <a:ext cx="1112366" cy="14003"/>
            </a:xfrm>
            <a:custGeom>
              <a:avLst/>
              <a:gdLst/>
              <a:ahLst/>
              <a:cxnLst/>
              <a:rect l="l" t="t" r="r" b="b"/>
              <a:pathLst>
                <a:path w="60136" h="757" extrusionOk="0">
                  <a:moveTo>
                    <a:pt x="30078" y="0"/>
                  </a:moveTo>
                  <a:lnTo>
                    <a:pt x="22558" y="20"/>
                  </a:lnTo>
                  <a:cubicBezTo>
                    <a:pt x="20052" y="40"/>
                    <a:pt x="17545" y="60"/>
                    <a:pt x="15039" y="80"/>
                  </a:cubicBezTo>
                  <a:cubicBezTo>
                    <a:pt x="10026" y="140"/>
                    <a:pt x="5013" y="239"/>
                    <a:pt x="0" y="378"/>
                  </a:cubicBezTo>
                  <a:cubicBezTo>
                    <a:pt x="5013" y="517"/>
                    <a:pt x="10026" y="617"/>
                    <a:pt x="15039" y="677"/>
                  </a:cubicBezTo>
                  <a:cubicBezTo>
                    <a:pt x="17545" y="697"/>
                    <a:pt x="20052" y="716"/>
                    <a:pt x="22558" y="736"/>
                  </a:cubicBezTo>
                  <a:lnTo>
                    <a:pt x="30078" y="756"/>
                  </a:lnTo>
                  <a:lnTo>
                    <a:pt x="37597" y="736"/>
                  </a:lnTo>
                  <a:cubicBezTo>
                    <a:pt x="40104" y="716"/>
                    <a:pt x="42610" y="697"/>
                    <a:pt x="45117" y="677"/>
                  </a:cubicBezTo>
                  <a:cubicBezTo>
                    <a:pt x="50130" y="617"/>
                    <a:pt x="55123" y="517"/>
                    <a:pt x="60136" y="378"/>
                  </a:cubicBezTo>
                  <a:cubicBezTo>
                    <a:pt x="55143" y="239"/>
                    <a:pt x="50130" y="140"/>
                    <a:pt x="45117" y="80"/>
                  </a:cubicBezTo>
                  <a:cubicBezTo>
                    <a:pt x="42610" y="60"/>
                    <a:pt x="40104" y="40"/>
                    <a:pt x="37597" y="20"/>
                  </a:cubicBezTo>
                  <a:lnTo>
                    <a:pt x="300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" name="Google Shape;567;p49"/>
            <p:cNvSpPr/>
            <p:nvPr/>
          </p:nvSpPr>
          <p:spPr>
            <a:xfrm>
              <a:off x="6877734" y="2893394"/>
              <a:ext cx="1095829" cy="193206"/>
            </a:xfrm>
            <a:custGeom>
              <a:avLst/>
              <a:gdLst/>
              <a:ahLst/>
              <a:cxnLst/>
              <a:rect l="l" t="t" r="r" b="b"/>
              <a:pathLst>
                <a:path w="59242" h="10445" extrusionOk="0">
                  <a:moveTo>
                    <a:pt x="1" y="0"/>
                  </a:moveTo>
                  <a:lnTo>
                    <a:pt x="59241" y="10444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" name="Google Shape;568;p49"/>
            <p:cNvSpPr/>
            <p:nvPr/>
          </p:nvSpPr>
          <p:spPr>
            <a:xfrm>
              <a:off x="6877734" y="2893394"/>
              <a:ext cx="1095829" cy="193206"/>
            </a:xfrm>
            <a:custGeom>
              <a:avLst/>
              <a:gdLst/>
              <a:ahLst/>
              <a:cxnLst/>
              <a:rect l="l" t="t" r="r" b="b"/>
              <a:pathLst>
                <a:path w="59242" h="10445" extrusionOk="0">
                  <a:moveTo>
                    <a:pt x="1" y="0"/>
                  </a:moveTo>
                  <a:lnTo>
                    <a:pt x="1" y="0"/>
                  </a:lnTo>
                  <a:cubicBezTo>
                    <a:pt x="4914" y="995"/>
                    <a:pt x="9828" y="1970"/>
                    <a:pt x="14761" y="2885"/>
                  </a:cubicBezTo>
                  <a:cubicBezTo>
                    <a:pt x="17228" y="3362"/>
                    <a:pt x="19694" y="3800"/>
                    <a:pt x="22161" y="4257"/>
                  </a:cubicBezTo>
                  <a:lnTo>
                    <a:pt x="29561" y="5590"/>
                  </a:lnTo>
                  <a:lnTo>
                    <a:pt x="36961" y="6863"/>
                  </a:lnTo>
                  <a:cubicBezTo>
                    <a:pt x="39428" y="7281"/>
                    <a:pt x="41895" y="7719"/>
                    <a:pt x="44381" y="8117"/>
                  </a:cubicBezTo>
                  <a:cubicBezTo>
                    <a:pt x="49315" y="8932"/>
                    <a:pt x="54268" y="9708"/>
                    <a:pt x="59241" y="10444"/>
                  </a:cubicBezTo>
                  <a:cubicBezTo>
                    <a:pt x="54328" y="9429"/>
                    <a:pt x="49394" y="8455"/>
                    <a:pt x="44481" y="7540"/>
                  </a:cubicBezTo>
                  <a:cubicBezTo>
                    <a:pt x="42014" y="7062"/>
                    <a:pt x="39547" y="6625"/>
                    <a:pt x="37081" y="6167"/>
                  </a:cubicBezTo>
                  <a:lnTo>
                    <a:pt x="29681" y="4854"/>
                  </a:lnTo>
                  <a:lnTo>
                    <a:pt x="22280" y="3561"/>
                  </a:lnTo>
                  <a:cubicBezTo>
                    <a:pt x="19814" y="3143"/>
                    <a:pt x="17327" y="2726"/>
                    <a:pt x="14860" y="2308"/>
                  </a:cubicBezTo>
                  <a:cubicBezTo>
                    <a:pt x="9927" y="1492"/>
                    <a:pt x="4974" y="716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569;p49"/>
            <p:cNvSpPr/>
            <p:nvPr/>
          </p:nvSpPr>
          <p:spPr>
            <a:xfrm>
              <a:off x="6902761" y="2799556"/>
              <a:ext cx="1045775" cy="380494"/>
            </a:xfrm>
            <a:custGeom>
              <a:avLst/>
              <a:gdLst/>
              <a:ahLst/>
              <a:cxnLst/>
              <a:rect l="l" t="t" r="r" b="b"/>
              <a:pathLst>
                <a:path w="56536" h="20570" extrusionOk="0">
                  <a:moveTo>
                    <a:pt x="0" y="1"/>
                  </a:moveTo>
                  <a:lnTo>
                    <a:pt x="56535" y="2057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" name="Google Shape;570;p49"/>
            <p:cNvSpPr/>
            <p:nvPr/>
          </p:nvSpPr>
          <p:spPr>
            <a:xfrm>
              <a:off x="6902761" y="2799556"/>
              <a:ext cx="1045775" cy="380494"/>
            </a:xfrm>
            <a:custGeom>
              <a:avLst/>
              <a:gdLst/>
              <a:ahLst/>
              <a:cxnLst/>
              <a:rect l="l" t="t" r="r" b="b"/>
              <a:pathLst>
                <a:path w="56536" h="20570" extrusionOk="0">
                  <a:moveTo>
                    <a:pt x="0" y="1"/>
                  </a:moveTo>
                  <a:cubicBezTo>
                    <a:pt x="4675" y="1851"/>
                    <a:pt x="9350" y="3661"/>
                    <a:pt x="14045" y="5412"/>
                  </a:cubicBezTo>
                  <a:cubicBezTo>
                    <a:pt x="16392" y="6307"/>
                    <a:pt x="18739" y="7162"/>
                    <a:pt x="21087" y="8037"/>
                  </a:cubicBezTo>
                  <a:lnTo>
                    <a:pt x="28149" y="10643"/>
                  </a:lnTo>
                  <a:lnTo>
                    <a:pt x="35210" y="13190"/>
                  </a:lnTo>
                  <a:cubicBezTo>
                    <a:pt x="37578" y="14025"/>
                    <a:pt x="39925" y="14880"/>
                    <a:pt x="42292" y="15696"/>
                  </a:cubicBezTo>
                  <a:cubicBezTo>
                    <a:pt x="47027" y="17367"/>
                    <a:pt x="51761" y="18998"/>
                    <a:pt x="56535" y="20570"/>
                  </a:cubicBezTo>
                  <a:cubicBezTo>
                    <a:pt x="51861" y="18720"/>
                    <a:pt x="47186" y="16910"/>
                    <a:pt x="42491" y="15159"/>
                  </a:cubicBezTo>
                  <a:cubicBezTo>
                    <a:pt x="40144" y="14264"/>
                    <a:pt x="37796" y="13408"/>
                    <a:pt x="35449" y="12533"/>
                  </a:cubicBezTo>
                  <a:lnTo>
                    <a:pt x="28387" y="9927"/>
                  </a:lnTo>
                  <a:lnTo>
                    <a:pt x="21325" y="7381"/>
                  </a:lnTo>
                  <a:cubicBezTo>
                    <a:pt x="18958" y="6545"/>
                    <a:pt x="16611" y="5690"/>
                    <a:pt x="14244" y="4874"/>
                  </a:cubicBezTo>
                  <a:cubicBezTo>
                    <a:pt x="9509" y="3203"/>
                    <a:pt x="4775" y="1572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" name="Google Shape;571;p49"/>
            <p:cNvSpPr/>
            <p:nvPr/>
          </p:nvSpPr>
          <p:spPr>
            <a:xfrm>
              <a:off x="6943973" y="2711619"/>
              <a:ext cx="963350" cy="556386"/>
            </a:xfrm>
            <a:custGeom>
              <a:avLst/>
              <a:gdLst/>
              <a:ahLst/>
              <a:cxnLst/>
              <a:rect l="l" t="t" r="r" b="b"/>
              <a:pathLst>
                <a:path w="52080" h="30079" extrusionOk="0">
                  <a:moveTo>
                    <a:pt x="0" y="0"/>
                  </a:moveTo>
                  <a:lnTo>
                    <a:pt x="52079" y="30078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" name="Google Shape;572;p49"/>
            <p:cNvSpPr/>
            <p:nvPr/>
          </p:nvSpPr>
          <p:spPr>
            <a:xfrm>
              <a:off x="6943973" y="2711619"/>
              <a:ext cx="963350" cy="556386"/>
            </a:xfrm>
            <a:custGeom>
              <a:avLst/>
              <a:gdLst/>
              <a:ahLst/>
              <a:cxnLst/>
              <a:rect l="l" t="t" r="r" b="b"/>
              <a:pathLst>
                <a:path w="52080" h="30079" extrusionOk="0">
                  <a:moveTo>
                    <a:pt x="0" y="0"/>
                  </a:moveTo>
                  <a:lnTo>
                    <a:pt x="0" y="0"/>
                  </a:lnTo>
                  <a:cubicBezTo>
                    <a:pt x="4257" y="2646"/>
                    <a:pt x="8554" y="5232"/>
                    <a:pt x="12871" y="7778"/>
                  </a:cubicBezTo>
                  <a:cubicBezTo>
                    <a:pt x="15019" y="9052"/>
                    <a:pt x="17188" y="10325"/>
                    <a:pt x="19356" y="11578"/>
                  </a:cubicBezTo>
                  <a:lnTo>
                    <a:pt x="25861" y="15358"/>
                  </a:lnTo>
                  <a:lnTo>
                    <a:pt x="32366" y="19117"/>
                  </a:lnTo>
                  <a:cubicBezTo>
                    <a:pt x="34554" y="20351"/>
                    <a:pt x="36722" y="21584"/>
                    <a:pt x="38910" y="22817"/>
                  </a:cubicBezTo>
                  <a:cubicBezTo>
                    <a:pt x="43287" y="25284"/>
                    <a:pt x="47663" y="27691"/>
                    <a:pt x="52079" y="30078"/>
                  </a:cubicBezTo>
                  <a:cubicBezTo>
                    <a:pt x="47822" y="27452"/>
                    <a:pt x="43526" y="24866"/>
                    <a:pt x="39209" y="22300"/>
                  </a:cubicBezTo>
                  <a:cubicBezTo>
                    <a:pt x="37060" y="21027"/>
                    <a:pt x="34892" y="19774"/>
                    <a:pt x="32724" y="18501"/>
                  </a:cubicBezTo>
                  <a:lnTo>
                    <a:pt x="26219" y="14721"/>
                  </a:lnTo>
                  <a:lnTo>
                    <a:pt x="19714" y="10981"/>
                  </a:lnTo>
                  <a:cubicBezTo>
                    <a:pt x="17526" y="9748"/>
                    <a:pt x="15357" y="8495"/>
                    <a:pt x="13169" y="7281"/>
                  </a:cubicBezTo>
                  <a:cubicBezTo>
                    <a:pt x="8793" y="4814"/>
                    <a:pt x="4417" y="238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" name="Google Shape;573;p49"/>
            <p:cNvSpPr/>
            <p:nvPr/>
          </p:nvSpPr>
          <p:spPr>
            <a:xfrm>
              <a:off x="6999540" y="2632135"/>
              <a:ext cx="852217" cy="715335"/>
            </a:xfrm>
            <a:custGeom>
              <a:avLst/>
              <a:gdLst/>
              <a:ahLst/>
              <a:cxnLst/>
              <a:rect l="l" t="t" r="r" b="b"/>
              <a:pathLst>
                <a:path w="46072" h="38672" extrusionOk="0">
                  <a:moveTo>
                    <a:pt x="0" y="1"/>
                  </a:moveTo>
                  <a:lnTo>
                    <a:pt x="46072" y="38672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" name="Google Shape;574;p49"/>
            <p:cNvSpPr/>
            <p:nvPr/>
          </p:nvSpPr>
          <p:spPr>
            <a:xfrm>
              <a:off x="6999540" y="2632135"/>
              <a:ext cx="852217" cy="715335"/>
            </a:xfrm>
            <a:custGeom>
              <a:avLst/>
              <a:gdLst/>
              <a:ahLst/>
              <a:cxnLst/>
              <a:rect l="l" t="t" r="r" b="b"/>
              <a:pathLst>
                <a:path w="46072" h="38672" extrusionOk="0">
                  <a:moveTo>
                    <a:pt x="0" y="1"/>
                  </a:moveTo>
                  <a:cubicBezTo>
                    <a:pt x="3740" y="3342"/>
                    <a:pt x="7520" y="6625"/>
                    <a:pt x="11319" y="9887"/>
                  </a:cubicBezTo>
                  <a:cubicBezTo>
                    <a:pt x="13229" y="11538"/>
                    <a:pt x="15138" y="13150"/>
                    <a:pt x="17048" y="14781"/>
                  </a:cubicBezTo>
                  <a:lnTo>
                    <a:pt x="22797" y="19615"/>
                  </a:lnTo>
                  <a:lnTo>
                    <a:pt x="28566" y="24449"/>
                  </a:lnTo>
                  <a:cubicBezTo>
                    <a:pt x="30496" y="26040"/>
                    <a:pt x="32425" y="27632"/>
                    <a:pt x="34355" y="29223"/>
                  </a:cubicBezTo>
                  <a:cubicBezTo>
                    <a:pt x="38234" y="32406"/>
                    <a:pt x="42133" y="35549"/>
                    <a:pt x="46072" y="38672"/>
                  </a:cubicBezTo>
                  <a:cubicBezTo>
                    <a:pt x="42332" y="35330"/>
                    <a:pt x="38552" y="32048"/>
                    <a:pt x="34733" y="28785"/>
                  </a:cubicBezTo>
                  <a:cubicBezTo>
                    <a:pt x="32843" y="27134"/>
                    <a:pt x="30933" y="25523"/>
                    <a:pt x="29024" y="23892"/>
                  </a:cubicBezTo>
                  <a:lnTo>
                    <a:pt x="23275" y="19058"/>
                  </a:lnTo>
                  <a:lnTo>
                    <a:pt x="17506" y="14244"/>
                  </a:lnTo>
                  <a:cubicBezTo>
                    <a:pt x="15576" y="12632"/>
                    <a:pt x="13647" y="11041"/>
                    <a:pt x="11697" y="9450"/>
                  </a:cubicBezTo>
                  <a:cubicBezTo>
                    <a:pt x="7838" y="6267"/>
                    <a:pt x="3939" y="3124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" name="Google Shape;575;p49"/>
            <p:cNvSpPr/>
            <p:nvPr/>
          </p:nvSpPr>
          <p:spPr>
            <a:xfrm>
              <a:off x="7067980" y="2563695"/>
              <a:ext cx="715335" cy="852235"/>
            </a:xfrm>
            <a:custGeom>
              <a:avLst/>
              <a:gdLst/>
              <a:ahLst/>
              <a:cxnLst/>
              <a:rect l="l" t="t" r="r" b="b"/>
              <a:pathLst>
                <a:path w="38672" h="46073" extrusionOk="0">
                  <a:moveTo>
                    <a:pt x="0" y="0"/>
                  </a:moveTo>
                  <a:lnTo>
                    <a:pt x="38672" y="46072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" name="Google Shape;576;p49"/>
            <p:cNvSpPr/>
            <p:nvPr/>
          </p:nvSpPr>
          <p:spPr>
            <a:xfrm>
              <a:off x="7067980" y="2563695"/>
              <a:ext cx="715335" cy="852235"/>
            </a:xfrm>
            <a:custGeom>
              <a:avLst/>
              <a:gdLst/>
              <a:ahLst/>
              <a:cxnLst/>
              <a:rect l="l" t="t" r="r" b="b"/>
              <a:pathLst>
                <a:path w="38672" h="46073" extrusionOk="0">
                  <a:moveTo>
                    <a:pt x="0" y="0"/>
                  </a:moveTo>
                  <a:lnTo>
                    <a:pt x="0" y="0"/>
                  </a:lnTo>
                  <a:cubicBezTo>
                    <a:pt x="3123" y="3939"/>
                    <a:pt x="6266" y="7838"/>
                    <a:pt x="9449" y="11697"/>
                  </a:cubicBezTo>
                  <a:cubicBezTo>
                    <a:pt x="11021" y="13647"/>
                    <a:pt x="12632" y="15576"/>
                    <a:pt x="14223" y="17506"/>
                  </a:cubicBezTo>
                  <a:lnTo>
                    <a:pt x="19037" y="23275"/>
                  </a:lnTo>
                  <a:lnTo>
                    <a:pt x="23891" y="29024"/>
                  </a:lnTo>
                  <a:cubicBezTo>
                    <a:pt x="25522" y="30934"/>
                    <a:pt x="27134" y="32843"/>
                    <a:pt x="28785" y="34733"/>
                  </a:cubicBezTo>
                  <a:cubicBezTo>
                    <a:pt x="32027" y="38553"/>
                    <a:pt x="35330" y="42332"/>
                    <a:pt x="38672" y="46072"/>
                  </a:cubicBezTo>
                  <a:cubicBezTo>
                    <a:pt x="35548" y="42133"/>
                    <a:pt x="32405" y="38234"/>
                    <a:pt x="29223" y="34355"/>
                  </a:cubicBezTo>
                  <a:cubicBezTo>
                    <a:pt x="27631" y="32426"/>
                    <a:pt x="26040" y="30496"/>
                    <a:pt x="24448" y="28566"/>
                  </a:cubicBezTo>
                  <a:lnTo>
                    <a:pt x="19614" y="22798"/>
                  </a:lnTo>
                  <a:lnTo>
                    <a:pt x="14780" y="17049"/>
                  </a:lnTo>
                  <a:cubicBezTo>
                    <a:pt x="13149" y="15139"/>
                    <a:pt x="11538" y="13229"/>
                    <a:pt x="9887" y="11339"/>
                  </a:cubicBezTo>
                  <a:cubicBezTo>
                    <a:pt x="6624" y="7520"/>
                    <a:pt x="3342" y="374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" name="Google Shape;577;p49"/>
            <p:cNvSpPr/>
            <p:nvPr/>
          </p:nvSpPr>
          <p:spPr>
            <a:xfrm>
              <a:off x="7147446" y="2508128"/>
              <a:ext cx="556386" cy="963350"/>
            </a:xfrm>
            <a:custGeom>
              <a:avLst/>
              <a:gdLst/>
              <a:ahLst/>
              <a:cxnLst/>
              <a:rect l="l" t="t" r="r" b="b"/>
              <a:pathLst>
                <a:path w="30079" h="52080" extrusionOk="0">
                  <a:moveTo>
                    <a:pt x="1" y="1"/>
                  </a:moveTo>
                  <a:lnTo>
                    <a:pt x="30079" y="5208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" name="Google Shape;578;p49"/>
            <p:cNvSpPr/>
            <p:nvPr/>
          </p:nvSpPr>
          <p:spPr>
            <a:xfrm>
              <a:off x="7147446" y="2508128"/>
              <a:ext cx="556386" cy="963350"/>
            </a:xfrm>
            <a:custGeom>
              <a:avLst/>
              <a:gdLst/>
              <a:ahLst/>
              <a:cxnLst/>
              <a:rect l="l" t="t" r="r" b="b"/>
              <a:pathLst>
                <a:path w="30079" h="52080" extrusionOk="0">
                  <a:moveTo>
                    <a:pt x="1" y="1"/>
                  </a:moveTo>
                  <a:lnTo>
                    <a:pt x="1" y="1"/>
                  </a:lnTo>
                  <a:cubicBezTo>
                    <a:pt x="2388" y="4417"/>
                    <a:pt x="4795" y="8793"/>
                    <a:pt x="7262" y="13170"/>
                  </a:cubicBezTo>
                  <a:cubicBezTo>
                    <a:pt x="8495" y="15358"/>
                    <a:pt x="9729" y="17526"/>
                    <a:pt x="10982" y="19714"/>
                  </a:cubicBezTo>
                  <a:lnTo>
                    <a:pt x="14722" y="26219"/>
                  </a:lnTo>
                  <a:lnTo>
                    <a:pt x="18501" y="32724"/>
                  </a:lnTo>
                  <a:cubicBezTo>
                    <a:pt x="19754" y="34892"/>
                    <a:pt x="21028" y="37061"/>
                    <a:pt x="22301" y="39209"/>
                  </a:cubicBezTo>
                  <a:cubicBezTo>
                    <a:pt x="24847" y="43526"/>
                    <a:pt x="27453" y="47823"/>
                    <a:pt x="30079" y="52080"/>
                  </a:cubicBezTo>
                  <a:cubicBezTo>
                    <a:pt x="27692" y="47664"/>
                    <a:pt x="25265" y="43287"/>
                    <a:pt x="22818" y="38911"/>
                  </a:cubicBezTo>
                  <a:cubicBezTo>
                    <a:pt x="21585" y="36723"/>
                    <a:pt x="20331" y="34554"/>
                    <a:pt x="19098" y="32366"/>
                  </a:cubicBezTo>
                  <a:lnTo>
                    <a:pt x="15358" y="25861"/>
                  </a:lnTo>
                  <a:lnTo>
                    <a:pt x="11579" y="19356"/>
                  </a:lnTo>
                  <a:cubicBezTo>
                    <a:pt x="10305" y="17188"/>
                    <a:pt x="9052" y="15020"/>
                    <a:pt x="7779" y="12871"/>
                  </a:cubicBezTo>
                  <a:cubicBezTo>
                    <a:pt x="5233" y="8555"/>
                    <a:pt x="2627" y="4258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" name="Google Shape;579;p49"/>
            <p:cNvSpPr/>
            <p:nvPr/>
          </p:nvSpPr>
          <p:spPr>
            <a:xfrm>
              <a:off x="7235401" y="2466916"/>
              <a:ext cx="380494" cy="1045775"/>
            </a:xfrm>
            <a:custGeom>
              <a:avLst/>
              <a:gdLst/>
              <a:ahLst/>
              <a:cxnLst/>
              <a:rect l="l" t="t" r="r" b="b"/>
              <a:pathLst>
                <a:path w="20570" h="56536" extrusionOk="0">
                  <a:moveTo>
                    <a:pt x="0" y="1"/>
                  </a:moveTo>
                  <a:lnTo>
                    <a:pt x="20569" y="56536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" name="Google Shape;580;p49"/>
            <p:cNvSpPr/>
            <p:nvPr/>
          </p:nvSpPr>
          <p:spPr>
            <a:xfrm>
              <a:off x="7235401" y="2466916"/>
              <a:ext cx="380494" cy="1045775"/>
            </a:xfrm>
            <a:custGeom>
              <a:avLst/>
              <a:gdLst/>
              <a:ahLst/>
              <a:cxnLst/>
              <a:rect l="l" t="t" r="r" b="b"/>
              <a:pathLst>
                <a:path w="20570" h="56536" extrusionOk="0">
                  <a:moveTo>
                    <a:pt x="0" y="1"/>
                  </a:moveTo>
                  <a:lnTo>
                    <a:pt x="0" y="1"/>
                  </a:lnTo>
                  <a:cubicBezTo>
                    <a:pt x="1572" y="4775"/>
                    <a:pt x="3203" y="9509"/>
                    <a:pt x="4874" y="14244"/>
                  </a:cubicBezTo>
                  <a:cubicBezTo>
                    <a:pt x="5690" y="16611"/>
                    <a:pt x="6545" y="18958"/>
                    <a:pt x="7381" y="21326"/>
                  </a:cubicBezTo>
                  <a:lnTo>
                    <a:pt x="9947" y="28388"/>
                  </a:lnTo>
                  <a:lnTo>
                    <a:pt x="12533" y="35450"/>
                  </a:lnTo>
                  <a:cubicBezTo>
                    <a:pt x="13408" y="37797"/>
                    <a:pt x="14263" y="40144"/>
                    <a:pt x="15159" y="42492"/>
                  </a:cubicBezTo>
                  <a:cubicBezTo>
                    <a:pt x="16909" y="47186"/>
                    <a:pt x="18719" y="51861"/>
                    <a:pt x="20569" y="56536"/>
                  </a:cubicBezTo>
                  <a:cubicBezTo>
                    <a:pt x="18998" y="51762"/>
                    <a:pt x="17367" y="47027"/>
                    <a:pt x="15696" y="42293"/>
                  </a:cubicBezTo>
                  <a:cubicBezTo>
                    <a:pt x="14880" y="39925"/>
                    <a:pt x="14025" y="37578"/>
                    <a:pt x="13189" y="35211"/>
                  </a:cubicBezTo>
                  <a:lnTo>
                    <a:pt x="10643" y="28129"/>
                  </a:lnTo>
                  <a:lnTo>
                    <a:pt x="8037" y="21087"/>
                  </a:lnTo>
                  <a:cubicBezTo>
                    <a:pt x="7162" y="18740"/>
                    <a:pt x="6306" y="16372"/>
                    <a:pt x="5411" y="14045"/>
                  </a:cubicBezTo>
                  <a:cubicBezTo>
                    <a:pt x="3661" y="9350"/>
                    <a:pt x="1850" y="4675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" name="Google Shape;581;p49"/>
            <p:cNvSpPr/>
            <p:nvPr/>
          </p:nvSpPr>
          <p:spPr>
            <a:xfrm>
              <a:off x="7328869" y="2441889"/>
              <a:ext cx="193558" cy="1095829"/>
            </a:xfrm>
            <a:custGeom>
              <a:avLst/>
              <a:gdLst/>
              <a:ahLst/>
              <a:cxnLst/>
              <a:rect l="l" t="t" r="r" b="b"/>
              <a:pathLst>
                <a:path w="10464" h="59242" extrusionOk="0">
                  <a:moveTo>
                    <a:pt x="0" y="1"/>
                  </a:moveTo>
                  <a:lnTo>
                    <a:pt x="10464" y="59242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" name="Google Shape;582;p49"/>
            <p:cNvSpPr/>
            <p:nvPr/>
          </p:nvSpPr>
          <p:spPr>
            <a:xfrm>
              <a:off x="7328869" y="2441889"/>
              <a:ext cx="193188" cy="1095829"/>
            </a:xfrm>
            <a:custGeom>
              <a:avLst/>
              <a:gdLst/>
              <a:ahLst/>
              <a:cxnLst/>
              <a:rect l="l" t="t" r="r" b="b"/>
              <a:pathLst>
                <a:path w="10444" h="59242" extrusionOk="0">
                  <a:moveTo>
                    <a:pt x="0" y="1"/>
                  </a:moveTo>
                  <a:lnTo>
                    <a:pt x="0" y="1"/>
                  </a:lnTo>
                  <a:cubicBezTo>
                    <a:pt x="736" y="4974"/>
                    <a:pt x="1512" y="9927"/>
                    <a:pt x="2328" y="14861"/>
                  </a:cubicBezTo>
                  <a:cubicBezTo>
                    <a:pt x="2725" y="17328"/>
                    <a:pt x="3163" y="19814"/>
                    <a:pt x="3581" y="22281"/>
                  </a:cubicBezTo>
                  <a:lnTo>
                    <a:pt x="4854" y="29681"/>
                  </a:lnTo>
                  <a:lnTo>
                    <a:pt x="6187" y="37081"/>
                  </a:lnTo>
                  <a:cubicBezTo>
                    <a:pt x="6644" y="39548"/>
                    <a:pt x="7082" y="42014"/>
                    <a:pt x="7559" y="44481"/>
                  </a:cubicBezTo>
                  <a:cubicBezTo>
                    <a:pt x="8474" y="49414"/>
                    <a:pt x="9449" y="54328"/>
                    <a:pt x="10444" y="59242"/>
                  </a:cubicBezTo>
                  <a:cubicBezTo>
                    <a:pt x="9728" y="54268"/>
                    <a:pt x="8952" y="49315"/>
                    <a:pt x="8136" y="44382"/>
                  </a:cubicBezTo>
                  <a:cubicBezTo>
                    <a:pt x="7718" y="41895"/>
                    <a:pt x="7301" y="39428"/>
                    <a:pt x="6883" y="36962"/>
                  </a:cubicBezTo>
                  <a:lnTo>
                    <a:pt x="5590" y="29562"/>
                  </a:lnTo>
                  <a:lnTo>
                    <a:pt x="4277" y="22161"/>
                  </a:lnTo>
                  <a:cubicBezTo>
                    <a:pt x="3819" y="19695"/>
                    <a:pt x="3382" y="17228"/>
                    <a:pt x="2904" y="14761"/>
                  </a:cubicBezTo>
                  <a:cubicBezTo>
                    <a:pt x="1989" y="9828"/>
                    <a:pt x="1015" y="4914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83" name="Google Shape;583;p49"/>
          <p:cNvSpPr/>
          <p:nvPr/>
        </p:nvSpPr>
        <p:spPr>
          <a:xfrm>
            <a:off x="7926799" y="3979250"/>
            <a:ext cx="524132" cy="524132"/>
          </a:xfrm>
          <a:custGeom>
            <a:avLst/>
            <a:gdLst/>
            <a:ahLst/>
            <a:cxnLst/>
            <a:rect l="l" t="t" r="r" b="b"/>
            <a:pathLst>
              <a:path w="34018" h="34018" fill="none" extrusionOk="0">
                <a:moveTo>
                  <a:pt x="34017" y="17009"/>
                </a:moveTo>
                <a:cubicBezTo>
                  <a:pt x="19655" y="18481"/>
                  <a:pt x="18481" y="19655"/>
                  <a:pt x="17009" y="34017"/>
                </a:cubicBezTo>
                <a:cubicBezTo>
                  <a:pt x="15537" y="19655"/>
                  <a:pt x="14363" y="18481"/>
                  <a:pt x="1" y="17009"/>
                </a:cubicBezTo>
                <a:cubicBezTo>
                  <a:pt x="14343" y="15537"/>
                  <a:pt x="15537" y="14343"/>
                  <a:pt x="17009" y="1"/>
                </a:cubicBezTo>
                <a:cubicBezTo>
                  <a:pt x="18481" y="14343"/>
                  <a:pt x="19655" y="15537"/>
                  <a:pt x="34017" y="17009"/>
                </a:cubicBezTo>
                <a:close/>
              </a:path>
            </a:pathLst>
          </a:custGeom>
          <a:noFill/>
          <a:ln w="94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0"/>
          <p:cNvSpPr txBox="1"/>
          <p:nvPr>
            <p:ph type="title"/>
          </p:nvPr>
        </p:nvSpPr>
        <p:spPr>
          <a:xfrm>
            <a:off x="2052320" y="1851660"/>
            <a:ext cx="6153785" cy="13296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6600">
                <a:latin typeface="Harrington" panose="04040505050A02020702" charset="0"/>
                <a:cs typeface="Harrington" panose="04040505050A02020702" charset="0"/>
              </a:rPr>
              <a:t>[Thank you ]</a:t>
            </a:r>
            <a:endParaRPr lang="en-US" altLang="en-GB" sz="6600">
              <a:latin typeface="Harrington" panose="04040505050A02020702" charset="0"/>
              <a:cs typeface="Harrington" panose="04040505050A02020702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Nature Style Aesthetic Newsletter by Slidesgo">
  <a:themeElements>
    <a:clrScheme name="Simple Light">
      <a:dk1>
        <a:srgbClr val="596656"/>
      </a:dk1>
      <a:lt1>
        <a:srgbClr val="FFFFFF"/>
      </a:lt1>
      <a:dk2>
        <a:srgbClr val="3E6964"/>
      </a:dk2>
      <a:lt2>
        <a:srgbClr val="293A30"/>
      </a:lt2>
      <a:accent1>
        <a:srgbClr val="BEDCD5"/>
      </a:accent1>
      <a:accent2>
        <a:srgbClr val="F7F2E7"/>
      </a:accent2>
      <a:accent3>
        <a:srgbClr val="DFBD5A"/>
      </a:accent3>
      <a:accent4>
        <a:srgbClr val="C09C34"/>
      </a:accent4>
      <a:accent5>
        <a:srgbClr val="FFFFFF"/>
      </a:accent5>
      <a:accent6>
        <a:srgbClr val="FFFFFF"/>
      </a:accent6>
      <a:hlink>
        <a:srgbClr val="293A3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4933</Words>
  <Application>WPS Presentation</Application>
  <PresentationFormat/>
  <Paragraphs>245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4" baseType="lpstr">
      <vt:lpstr>Arial</vt:lpstr>
      <vt:lpstr>SimSun</vt:lpstr>
      <vt:lpstr>Wingdings</vt:lpstr>
      <vt:lpstr>Arial</vt:lpstr>
      <vt:lpstr>Bodoni Moda</vt:lpstr>
      <vt:lpstr>Raleway</vt:lpstr>
      <vt:lpstr>Nunito Medium</vt:lpstr>
      <vt:lpstr>Nunito Light</vt:lpstr>
      <vt:lpstr>Segoe Print</vt:lpstr>
      <vt:lpstr>Bebas Neue</vt:lpstr>
      <vt:lpstr>Proxima Nova Semibold</vt:lpstr>
      <vt:lpstr>Proxima Nova</vt:lpstr>
      <vt:lpstr>Microsoft YaHei</vt:lpstr>
      <vt:lpstr>Arial Unicode MS</vt:lpstr>
      <vt:lpstr>Calibri</vt:lpstr>
      <vt:lpstr>Amatic SC</vt:lpstr>
      <vt:lpstr>Roboto Medium</vt:lpstr>
      <vt:lpstr>Adobe Caslon Pro</vt:lpstr>
      <vt:lpstr>Harrington</vt:lpstr>
      <vt:lpstr>Nature Style Aesthetic Newsletter by Slidesgo</vt:lpstr>
      <vt:lpstr>Nature Style Aesthetic Newsletter</vt:lpstr>
      <vt:lpstr>06</vt:lpstr>
      <vt:lpstr>01</vt:lpstr>
      <vt:lpstr>01</vt:lpstr>
      <vt:lpstr>In depth analysis</vt:lpstr>
      <vt:lpstr>Behind the scenes</vt:lpstr>
      <vt:lpstr>01</vt:lpstr>
      <vt:lpstr>01</vt:lpstr>
      <vt:lpstr>01</vt:lpstr>
      <vt:lpstr>01</vt:lpstr>
      <vt:lpstr>01</vt:lpstr>
      <vt:lpstr>“Exclusive and inspiring”</vt:lpstr>
      <vt:lpstr>Alternative resources</vt:lpstr>
      <vt:lpstr>Resources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E-Land register of Estonia </dc:title>
  <dc:creator/>
  <cp:lastModifiedBy>user</cp:lastModifiedBy>
  <cp:revision>19</cp:revision>
  <dcterms:created xsi:type="dcterms:W3CDTF">2024-07-17T03:04:34Z</dcterms:created>
  <dcterms:modified xsi:type="dcterms:W3CDTF">2024-07-17T04:01:53Z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A8989A8299864E13BE49C1DFB0F22515_13</vt:lpwstr>
  </property>
  <property fmtid="{D5CDD505-2E9C-101B-9397-08002B2CF9AE}" pid="3" name="KSOProductBuildVer">
    <vt:lpwstr>1033-12.2.0.17153</vt:lpwstr>
  </property>
</Properties>
</file>